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56" r:id="rId2"/>
    <p:sldId id="273" r:id="rId3"/>
    <p:sldId id="379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448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49" r:id="rId30"/>
    <p:sldId id="404" r:id="rId31"/>
    <p:sldId id="405" r:id="rId32"/>
    <p:sldId id="406" r:id="rId33"/>
    <p:sldId id="407" r:id="rId34"/>
    <p:sldId id="408" r:id="rId35"/>
    <p:sldId id="409" r:id="rId36"/>
    <p:sldId id="410" r:id="rId37"/>
    <p:sldId id="411" r:id="rId38"/>
    <p:sldId id="412" r:id="rId39"/>
    <p:sldId id="413" r:id="rId40"/>
    <p:sldId id="414" r:id="rId41"/>
    <p:sldId id="415" r:id="rId42"/>
    <p:sldId id="450" r:id="rId43"/>
    <p:sldId id="416" r:id="rId44"/>
    <p:sldId id="417" r:id="rId45"/>
    <p:sldId id="418" r:id="rId46"/>
    <p:sldId id="419" r:id="rId47"/>
    <p:sldId id="420" r:id="rId48"/>
    <p:sldId id="421" r:id="rId49"/>
    <p:sldId id="451" r:id="rId50"/>
    <p:sldId id="422" r:id="rId51"/>
    <p:sldId id="423" r:id="rId52"/>
    <p:sldId id="453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4B556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1974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9404FE-4B71-F7A9-704E-5726AD9EB8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30471-C66C-8A6D-9378-176C0350B3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3655C-A864-48A0-8B4E-68046A255D0A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C36B-7612-49FC-CB1F-80639BA39D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3AACC-88DD-C5AE-0E66-4929EE9658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2D39B-B437-40BB-A9F7-8D1F6F378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2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1A320-692A-4EED-9C17-0ADC1CE2C7A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78C1B-D76C-45BE-A104-183666D5A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2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5AB1-2D2F-58C0-D49C-E5B97F273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3" y="1122363"/>
            <a:ext cx="120308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9DCEB-9C0B-F153-59D2-814AD9D49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3" y="3602037"/>
            <a:ext cx="12030891" cy="26485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52EF7-D597-98F6-6E6A-99452AE1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1E5F8-7DC4-CF27-59D3-94FBFEB1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197D9-8480-A961-C20B-955521659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6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DA9C-E738-FFAD-7077-8990A687F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D96BD-36B9-3385-F7BB-7A4DC98BF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06EF7-C49F-72C2-5E8D-6A772F9E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D0D6-3CD3-9E14-D9DD-DD755F3D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9A199-2126-3CB7-051B-40DD1C9F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1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A32C-BDBC-0DFB-CA16-6682C565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4950-31A2-BB02-6027-8BA66E92B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21362-3413-6BAA-A70E-7FDD56F0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E05CB-CC87-AD54-F863-9F423A2C0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6A30B-ABA0-AC87-5CAA-B768FC4E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3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20B0-6234-CC9B-240C-2F43610B9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313B8-21ED-A723-F660-9D12A046E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17474-29E6-4F3A-74E5-4F02DA90B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30231-4F9C-9406-5999-AD1A6829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65C78-2AD3-3135-27EF-B69EB605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F644D-844A-2932-4D7F-B122B0BB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DD6F-2DF3-F06A-F9B5-69B6FF6E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FF9F6-BC75-CDB8-84FA-79F4C02E5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3E3E7-6871-EC80-7DA9-6C849C3F1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2B181-A779-2FCD-01DE-E27005C12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302A9B-89B1-6F40-8F8C-7E8532444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805FD-64DA-F463-C30A-0C26484E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C605C-5D5E-6C91-03BD-3290A7AE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5BA1B-8A46-AB17-E62A-C27533DD9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577A-BAEB-1FEA-C87F-557E7FBDB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45876-8708-497B-75D7-598F5A81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69504-CDAB-FC27-9DD3-EFD731E9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6726A-7A7E-913D-3B40-A5A06988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1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F11A8-C186-AC04-169F-351842384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6BD298-3C73-5D08-F944-4F352D75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5B7E2-482D-27DB-A291-FC3BF7BE6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7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7FC0-F43A-4D3A-5A9D-750933A1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7819-2713-8527-3DD5-55EE42535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147D3-A524-DEAE-906E-692E4DC6F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56C9D-BA06-FEA1-9700-162E3AF5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9EA70-C65C-D852-0FC9-6E9DF86A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E327C-AFFA-E688-66EC-3E2325CB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4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190D-7E52-9983-D44C-38A8CA703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2AD02-0F21-13F0-AF68-C05FC820D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19905-7D9B-84FB-12C2-D92C01EEF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09A97-116C-51E0-E70F-DE8CB3E8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F879A-88B2-0793-977C-E1DC1A9FB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70C86-3453-54EF-EE92-9DEC1E05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63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B15B-3B7F-8E3A-8732-6433EC9E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8DAFE-89F8-DA84-CE21-E93F35BB9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0397B-5626-AA99-CBC8-3BF08FA9A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82F1C-6369-A54A-E268-A7CA9CE9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0B8D4-0F4F-F0C7-6DB7-A572D311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1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1AF6E4-E096-85FA-740E-49594899B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B3479-15C7-D9D1-8E66-9FCD8A268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F3139-B7B6-C5C8-7F48-2F8D0BFF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CFC7B-5831-48E1-712E-157D2945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C141D-9D54-2CD3-5A10-3BE16A56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BC8E6D-306E-E0B6-8703-CEF0AC16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9" y="365125"/>
            <a:ext cx="113646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DCCB-C27E-F17F-8DFB-215766A2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8" y="1825625"/>
            <a:ext cx="11364685" cy="43513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85CEA-D82A-EF94-9097-50C85A188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CF1A4-2DAD-4A8B-B14F-5074D99E5DDE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FBAAE-617E-F06D-B920-0E7056544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76BEE-1129-E6A1-F30D-5C352D2EC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6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E3A8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062A-16E7-115D-FFC1-63C05C470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&amp;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529B5-933E-1D01-466A-0C9494DAF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Smart AI Systems</a:t>
            </a:r>
          </a:p>
        </p:txBody>
      </p:sp>
    </p:spTree>
    <p:extLst>
      <p:ext uri="{BB962C8B-B14F-4D97-AF65-F5344CB8AC3E}">
        <p14:creationId xmlns:p14="http://schemas.microsoft.com/office/powerpoint/2010/main" val="4087976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F810D-F6F6-8ADD-04E8-C3EA7166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11E4AB-1E85-877F-7C2D-BA304683E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GINKOVA</a:t>
            </a:r>
          </a:p>
          <a:p>
            <a:r>
              <a:rPr lang="en-US" dirty="0"/>
              <a:t>Building the Future of Personalized Health Through Nutrition</a:t>
            </a:r>
          </a:p>
          <a:p>
            <a:r>
              <a:rPr lang="en-US" dirty="0"/>
              <a:t>Food is our starting point.</a:t>
            </a:r>
          </a:p>
          <a:p>
            <a:r>
              <a:rPr lang="en-US" dirty="0"/>
              <a:t>Intelligent Health is our destination.</a:t>
            </a:r>
          </a:p>
          <a:p>
            <a:endParaRPr lang="en-US" dirty="0"/>
          </a:p>
          <a:p>
            <a:r>
              <a:rPr lang="en-US" dirty="0"/>
              <a:t>Our Vision</a:t>
            </a:r>
          </a:p>
          <a:p>
            <a:r>
              <a:rPr lang="en-US" dirty="0"/>
              <a:t>To create a trusted health ecosystem that helps people make better daily health decisions through personalized nutrition, artificial intelligence, and preventive care.</a:t>
            </a:r>
          </a:p>
          <a:p>
            <a:endParaRPr lang="en-US" dirty="0"/>
          </a:p>
          <a:p>
            <a:r>
              <a:rPr lang="en-US" dirty="0"/>
              <a:t>Founder</a:t>
            </a:r>
          </a:p>
          <a:p>
            <a:r>
              <a:rPr lang="en-US" dirty="0"/>
              <a:t>Hamidreza Afsharrad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D6718630-22AF-CF7C-A5B7-BC5440477FB2}"/>
              </a:ext>
            </a:extLst>
          </p:cNvPr>
          <p:cNvSpPr/>
          <p:nvPr/>
        </p:nvSpPr>
        <p:spPr>
          <a:xfrm>
            <a:off x="241540" y="109268"/>
            <a:ext cx="1247954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1</a:t>
            </a:r>
            <a:endParaRPr lang="en-US" b="1" dirty="0"/>
          </a:p>
          <a:p>
            <a:pPr algn="ctr"/>
            <a:r>
              <a:rPr lang="en-US" b="1" dirty="0"/>
              <a:t>Cover</a:t>
            </a:r>
          </a:p>
        </p:txBody>
      </p:sp>
    </p:spTree>
    <p:extLst>
      <p:ext uri="{BB962C8B-B14F-4D97-AF65-F5344CB8AC3E}">
        <p14:creationId xmlns:p14="http://schemas.microsoft.com/office/powerpoint/2010/main" val="1656935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17DD-D84E-8D62-3752-80EF4881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6BB92C-3F6D-90BF-8338-0490770CF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/>
          </a:bodyPr>
          <a:lstStyle/>
          <a:p>
            <a:pPr rtl="1"/>
            <a:r>
              <a:rPr lang="fa-IR" b="1" dirty="0"/>
              <a:t>ترجمه اسلاید قبل:</a:t>
            </a:r>
            <a:endParaRPr lang="en-US" b="1" dirty="0"/>
          </a:p>
          <a:p>
            <a:r>
              <a:rPr lang="en-US" dirty="0"/>
              <a:t>GINKOVA</a:t>
            </a:r>
          </a:p>
          <a:p>
            <a:r>
              <a:rPr lang="fa-IR" dirty="0"/>
              <a:t>ساخت آینده سلامت شخصی‌سازی‌شده از طریق تغذیه</a:t>
            </a:r>
          </a:p>
          <a:p>
            <a:r>
              <a:rPr lang="fa-IR" dirty="0"/>
              <a:t>غذا نقطه شروع ماست.</a:t>
            </a:r>
          </a:p>
          <a:p>
            <a:r>
              <a:rPr lang="fa-IR" dirty="0"/>
              <a:t>سلامت هوشمند مقصد ماست.</a:t>
            </a:r>
          </a:p>
          <a:p>
            <a:r>
              <a:rPr lang="fa-IR" dirty="0"/>
              <a:t>چشم‌انداز ما</a:t>
            </a:r>
          </a:p>
          <a:p>
            <a:r>
              <a:rPr lang="fa-IR" dirty="0"/>
              <a:t>ساخت یک اکوسیستم سلامت قابل اعتماد که به افراد کمک می‌کند با استفاده از تغذیه شخصی‌سازی‌شده، هوش مصنوعی و مراقبت پیشگیرانه، هر روز تصمیم‌های بهتری برای سلامت خود بگیرند.</a:t>
            </a:r>
            <a:endParaRPr lang="en-US" dirty="0"/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22195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FF70A-EE79-1F55-B27F-614036B9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E9B88-8568-6218-4841-69FA3BBD7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08745"/>
          </a:xfrm>
        </p:spPr>
        <p:txBody>
          <a:bodyPr>
            <a:normAutofit lnSpcReduction="10000"/>
          </a:bodyPr>
          <a:lstStyle/>
          <a:p>
            <a:r>
              <a:rPr lang="en-US" sz="1800" dirty="0" err="1">
                <a:solidFill>
                  <a:srgbClr val="FF0000"/>
                </a:solidFill>
              </a:rPr>
              <a:t>این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بخش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روی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اسلاید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نمایش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داده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نمی‌شود</a:t>
            </a:r>
            <a:r>
              <a:rPr lang="en-US" sz="1800" dirty="0">
                <a:solidFill>
                  <a:srgbClr val="FF0000"/>
                </a:solidFill>
              </a:rPr>
              <a:t> و </a:t>
            </a:r>
            <a:r>
              <a:rPr lang="en-US" sz="1800" dirty="0" err="1">
                <a:solidFill>
                  <a:srgbClr val="FF0000"/>
                </a:solidFill>
              </a:rPr>
              <a:t>فقط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هنگام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ارائه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استفاده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می‌شود</a:t>
            </a:r>
            <a:r>
              <a:rPr lang="en-US" sz="1800" dirty="0">
                <a:solidFill>
                  <a:srgbClr val="FF0000"/>
                </a:solidFill>
              </a:rPr>
              <a:t>:</a:t>
            </a:r>
            <a:endParaRPr lang="fa-IR" sz="1800" dirty="0">
              <a:solidFill>
                <a:srgbClr val="FF0000"/>
              </a:solidFill>
            </a:endParaRPr>
          </a:p>
          <a:p>
            <a:pPr algn="l"/>
            <a:r>
              <a:rPr lang="en-US" sz="1800" dirty="0"/>
              <a:t>Good afternoon, Sharks.</a:t>
            </a:r>
          </a:p>
          <a:p>
            <a:pPr algn="l"/>
            <a:r>
              <a:rPr lang="en-US" sz="1800" dirty="0"/>
              <a:t>My name is Hamidreza Afsharrad, and I am the founder of GINKOVA.</a:t>
            </a:r>
          </a:p>
          <a:p>
            <a:pPr algn="l"/>
            <a:r>
              <a:rPr lang="en-US" sz="1800" dirty="0"/>
              <a:t>We believe the future of healthcare is not only about treating disease—it is about helping people make better decisions before disease progresses.</a:t>
            </a:r>
          </a:p>
          <a:p>
            <a:pPr algn="l"/>
            <a:r>
              <a:rPr lang="en-US" sz="1800" dirty="0"/>
              <a:t>Every day, millions of people ask themselves a simple question:</a:t>
            </a:r>
          </a:p>
          <a:p>
            <a:pPr algn="l"/>
            <a:r>
              <a:rPr lang="en-US" sz="1800" i="1" dirty="0"/>
              <a:t>"What should I eat today?"</a:t>
            </a:r>
            <a:endParaRPr lang="en-US" sz="1800" dirty="0"/>
          </a:p>
          <a:p>
            <a:pPr algn="l"/>
            <a:r>
              <a:rPr lang="en-US" sz="1800" dirty="0"/>
              <a:t>The answer is different for every individual because it depends on their health condition, lifestyle, and nutritional goals.</a:t>
            </a:r>
          </a:p>
          <a:p>
            <a:pPr algn="l"/>
            <a:r>
              <a:rPr lang="en-US" sz="1800" dirty="0"/>
              <a:t>At GINKOVA, we are building an intelligent health ecosystem that combines artificial intelligence, personalized nutrition, and preventive healthcare to help people make smarter food decisions and live healthier, longer lives.</a:t>
            </a:r>
          </a:p>
          <a:p>
            <a:pPr algn="l"/>
            <a:r>
              <a:rPr lang="en-US" sz="1800" dirty="0"/>
              <a:t>Food is where we begin—but it is only the beginning of our vision.</a:t>
            </a:r>
          </a:p>
          <a:p>
            <a:pPr algn="l"/>
            <a:endParaRPr lang="en-US" sz="1800" dirty="0">
              <a:solidFill>
                <a:srgbClr val="FF0000"/>
              </a:solidFill>
            </a:endParaRPr>
          </a:p>
          <a:p>
            <a:pPr algn="r" rtl="1"/>
            <a:r>
              <a:rPr lang="en-US" sz="1800" dirty="0"/>
              <a:t>"</a:t>
            </a:r>
            <a:r>
              <a:rPr lang="en-US" sz="1800" dirty="0" err="1"/>
              <a:t>سلام</a:t>
            </a:r>
            <a:r>
              <a:rPr lang="en-US" sz="1800" dirty="0"/>
              <a:t>، </a:t>
            </a:r>
            <a:r>
              <a:rPr lang="en-US" sz="1800" dirty="0" err="1"/>
              <a:t>من</a:t>
            </a:r>
            <a:r>
              <a:rPr lang="en-US" sz="1800" dirty="0"/>
              <a:t> </a:t>
            </a:r>
            <a:r>
              <a:rPr lang="en-US" sz="1800" dirty="0" err="1"/>
              <a:t>حمیدرضا</a:t>
            </a:r>
            <a:r>
              <a:rPr lang="en-US" sz="1800" dirty="0"/>
              <a:t> </a:t>
            </a:r>
            <a:r>
              <a:rPr lang="en-US" sz="1800" dirty="0" err="1"/>
              <a:t>افشارراد</a:t>
            </a:r>
            <a:r>
              <a:rPr lang="en-US" sz="1800" dirty="0"/>
              <a:t>، </a:t>
            </a:r>
            <a:r>
              <a:rPr lang="en-US" sz="1800" dirty="0" err="1"/>
              <a:t>بنیان‌گذار</a:t>
            </a:r>
            <a:r>
              <a:rPr lang="en-US" sz="1800" dirty="0"/>
              <a:t> GINKOVA </a:t>
            </a:r>
            <a:r>
              <a:rPr lang="en-US" sz="1800" dirty="0" err="1"/>
              <a:t>هستم</a:t>
            </a:r>
            <a:r>
              <a:rPr lang="en-US" sz="1800" dirty="0"/>
              <a:t>.</a:t>
            </a:r>
          </a:p>
          <a:p>
            <a:pPr algn="r" rtl="1"/>
            <a:r>
              <a:rPr lang="en-US" sz="1800" dirty="0" err="1"/>
              <a:t>ما</a:t>
            </a:r>
            <a:r>
              <a:rPr lang="en-US" sz="1800" dirty="0"/>
              <a:t> </a:t>
            </a:r>
            <a:r>
              <a:rPr lang="en-US" sz="1800" dirty="0" err="1"/>
              <a:t>باور</a:t>
            </a:r>
            <a:r>
              <a:rPr lang="en-US" sz="1800" dirty="0"/>
              <a:t> </a:t>
            </a:r>
            <a:r>
              <a:rPr lang="en-US" sz="1800" dirty="0" err="1"/>
              <a:t>داریم</a:t>
            </a:r>
            <a:r>
              <a:rPr lang="en-US" sz="1800" dirty="0"/>
              <a:t> </a:t>
            </a:r>
            <a:r>
              <a:rPr lang="en-US" sz="1800" dirty="0" err="1"/>
              <a:t>که</a:t>
            </a:r>
            <a:r>
              <a:rPr lang="en-US" sz="1800" dirty="0"/>
              <a:t> </a:t>
            </a:r>
            <a:r>
              <a:rPr lang="en-US" sz="1800" dirty="0" err="1"/>
              <a:t>آینده</a:t>
            </a:r>
            <a:r>
              <a:rPr lang="en-US" sz="1800" dirty="0"/>
              <a:t> </a:t>
            </a:r>
            <a:r>
              <a:rPr lang="en-US" sz="1800" dirty="0" err="1"/>
              <a:t>سلامت</a:t>
            </a:r>
            <a:r>
              <a:rPr lang="en-US" sz="1800" dirty="0"/>
              <a:t>، </a:t>
            </a:r>
            <a:r>
              <a:rPr lang="en-US" sz="1800" dirty="0" err="1"/>
              <a:t>درمان</a:t>
            </a:r>
            <a:r>
              <a:rPr lang="en-US" sz="1800" dirty="0"/>
              <a:t> </a:t>
            </a:r>
            <a:r>
              <a:rPr lang="en-US" sz="1800" dirty="0" err="1"/>
              <a:t>بیماری</a:t>
            </a:r>
            <a:r>
              <a:rPr lang="en-US" sz="1800" dirty="0"/>
              <a:t> </a:t>
            </a:r>
            <a:r>
              <a:rPr lang="en-US" sz="1800" dirty="0" err="1"/>
              <a:t>نیست</a:t>
            </a:r>
            <a:r>
              <a:rPr lang="en-US" sz="1800" dirty="0"/>
              <a:t>؛ </a:t>
            </a:r>
            <a:r>
              <a:rPr lang="en-US" sz="1800" dirty="0" err="1"/>
              <a:t>بلکه</a:t>
            </a:r>
            <a:r>
              <a:rPr lang="en-US" sz="1800" dirty="0"/>
              <a:t> </a:t>
            </a:r>
            <a:r>
              <a:rPr lang="en-US" sz="1800" dirty="0" err="1"/>
              <a:t>پیشگیری</a:t>
            </a:r>
            <a:r>
              <a:rPr lang="en-US" sz="1800" dirty="0"/>
              <a:t> و </a:t>
            </a:r>
            <a:r>
              <a:rPr lang="en-US" sz="1800" dirty="0" err="1"/>
              <a:t>تصمیم‌گیری</a:t>
            </a:r>
            <a:r>
              <a:rPr lang="en-US" sz="1800" dirty="0"/>
              <a:t> </a:t>
            </a:r>
            <a:r>
              <a:rPr lang="en-US" sz="1800" dirty="0" err="1"/>
              <a:t>هوشمندانه</a:t>
            </a:r>
            <a:r>
              <a:rPr lang="en-US" sz="1800" dirty="0"/>
              <a:t> </a:t>
            </a:r>
            <a:r>
              <a:rPr lang="en-US" sz="1800" dirty="0" err="1"/>
              <a:t>است</a:t>
            </a:r>
            <a:r>
              <a:rPr lang="en-US" sz="1800" dirty="0"/>
              <a:t>.</a:t>
            </a:r>
          </a:p>
          <a:p>
            <a:pPr algn="r" rtl="1"/>
            <a:r>
              <a:rPr lang="en-US" sz="1800" dirty="0" err="1"/>
              <a:t>امروز</a:t>
            </a:r>
            <a:r>
              <a:rPr lang="en-US" sz="1800" dirty="0"/>
              <a:t> </a:t>
            </a:r>
            <a:r>
              <a:rPr lang="en-US" sz="1800" dirty="0" err="1"/>
              <a:t>میلیون‌ها</a:t>
            </a:r>
            <a:r>
              <a:rPr lang="en-US" sz="1800" dirty="0"/>
              <a:t> </a:t>
            </a:r>
            <a:r>
              <a:rPr lang="en-US" sz="1800" dirty="0" err="1"/>
              <a:t>نفر</a:t>
            </a:r>
            <a:r>
              <a:rPr lang="en-US" sz="1800" dirty="0"/>
              <a:t> </a:t>
            </a:r>
            <a:r>
              <a:rPr lang="en-US" sz="1800" dirty="0" err="1"/>
              <a:t>هر</a:t>
            </a:r>
            <a:r>
              <a:rPr lang="en-US" sz="1800" dirty="0"/>
              <a:t> </a:t>
            </a:r>
            <a:r>
              <a:rPr lang="en-US" sz="1800" dirty="0" err="1"/>
              <a:t>روز</a:t>
            </a:r>
            <a:r>
              <a:rPr lang="en-US" sz="1800" dirty="0"/>
              <a:t> </a:t>
            </a:r>
            <a:r>
              <a:rPr lang="en-US" sz="1800" dirty="0" err="1"/>
              <a:t>با</a:t>
            </a:r>
            <a:r>
              <a:rPr lang="en-US" sz="1800" dirty="0"/>
              <a:t> </a:t>
            </a:r>
            <a:r>
              <a:rPr lang="en-US" sz="1800" dirty="0" err="1"/>
              <a:t>این</a:t>
            </a:r>
            <a:r>
              <a:rPr lang="en-US" sz="1800" dirty="0"/>
              <a:t> </a:t>
            </a:r>
            <a:r>
              <a:rPr lang="en-US" sz="1800" dirty="0" err="1"/>
              <a:t>سؤال</a:t>
            </a:r>
            <a:r>
              <a:rPr lang="en-US" sz="1800" dirty="0"/>
              <a:t> </a:t>
            </a:r>
            <a:r>
              <a:rPr lang="en-US" sz="1800" dirty="0" err="1"/>
              <a:t>روبه‌رو</a:t>
            </a:r>
            <a:r>
              <a:rPr lang="en-US" sz="1800" dirty="0"/>
              <a:t> </a:t>
            </a:r>
            <a:r>
              <a:rPr lang="en-US" sz="1800" dirty="0" err="1"/>
              <a:t>هستند</a:t>
            </a:r>
            <a:r>
              <a:rPr lang="en-US" sz="1800" dirty="0"/>
              <a:t> </a:t>
            </a:r>
            <a:r>
              <a:rPr lang="en-US" sz="1800" dirty="0" err="1"/>
              <a:t>که</a:t>
            </a:r>
            <a:r>
              <a:rPr lang="en-US" sz="1800" dirty="0"/>
              <a:t> «</a:t>
            </a:r>
            <a:r>
              <a:rPr lang="en-US" sz="1800" dirty="0" err="1"/>
              <a:t>چه</a:t>
            </a:r>
            <a:r>
              <a:rPr lang="en-US" sz="1800" dirty="0"/>
              <a:t> </a:t>
            </a:r>
            <a:r>
              <a:rPr lang="en-US" sz="1800" dirty="0" err="1"/>
              <a:t>غذایی</a:t>
            </a:r>
            <a:r>
              <a:rPr lang="en-US" sz="1800" dirty="0"/>
              <a:t> </a:t>
            </a:r>
            <a:r>
              <a:rPr lang="en-US" sz="1800" dirty="0" err="1"/>
              <a:t>برای</a:t>
            </a:r>
            <a:r>
              <a:rPr lang="en-US" sz="1800" dirty="0"/>
              <a:t> </a:t>
            </a:r>
            <a:r>
              <a:rPr lang="en-US" sz="1800" dirty="0" err="1"/>
              <a:t>من</a:t>
            </a:r>
            <a:r>
              <a:rPr lang="en-US" sz="1800" dirty="0"/>
              <a:t> </a:t>
            </a:r>
            <a:r>
              <a:rPr lang="en-US" sz="1800" dirty="0" err="1"/>
              <a:t>مناسب</a:t>
            </a:r>
            <a:r>
              <a:rPr lang="en-US" sz="1800" dirty="0"/>
              <a:t> </a:t>
            </a:r>
            <a:r>
              <a:rPr lang="en-US" sz="1800" dirty="0" err="1"/>
              <a:t>است</a:t>
            </a:r>
            <a:r>
              <a:rPr lang="en-US" sz="1800" dirty="0"/>
              <a:t>؟» </a:t>
            </a:r>
            <a:r>
              <a:rPr lang="en-US" sz="1800" dirty="0" err="1"/>
              <a:t>اما</a:t>
            </a:r>
            <a:r>
              <a:rPr lang="en-US" sz="1800" dirty="0"/>
              <a:t> </a:t>
            </a:r>
            <a:r>
              <a:rPr lang="en-US" sz="1800" dirty="0" err="1"/>
              <a:t>پاسخ</a:t>
            </a:r>
            <a:r>
              <a:rPr lang="en-US" sz="1800" dirty="0"/>
              <a:t> </a:t>
            </a:r>
            <a:r>
              <a:rPr lang="en-US" sz="1800" dirty="0" err="1"/>
              <a:t>این</a:t>
            </a:r>
            <a:r>
              <a:rPr lang="en-US" sz="1800" dirty="0"/>
              <a:t> </a:t>
            </a:r>
            <a:r>
              <a:rPr lang="en-US" sz="1800" dirty="0" err="1"/>
              <a:t>سؤال</a:t>
            </a:r>
            <a:r>
              <a:rPr lang="en-US" sz="1800" dirty="0"/>
              <a:t> </a:t>
            </a:r>
            <a:r>
              <a:rPr lang="en-US" sz="1800" dirty="0" err="1"/>
              <a:t>برای</a:t>
            </a:r>
            <a:r>
              <a:rPr lang="en-US" sz="1800" dirty="0"/>
              <a:t> </a:t>
            </a:r>
            <a:r>
              <a:rPr lang="en-US" sz="1800" dirty="0" err="1"/>
              <a:t>هر</a:t>
            </a:r>
            <a:r>
              <a:rPr lang="en-US" sz="1800" dirty="0"/>
              <a:t> </a:t>
            </a:r>
            <a:r>
              <a:rPr lang="en-US" sz="1800" dirty="0" err="1"/>
              <a:t>فرد</a:t>
            </a:r>
            <a:r>
              <a:rPr lang="en-US" sz="1800" dirty="0"/>
              <a:t> </a:t>
            </a:r>
            <a:r>
              <a:rPr lang="en-US" sz="1800" dirty="0" err="1"/>
              <a:t>متفاوت</a:t>
            </a:r>
            <a:r>
              <a:rPr lang="en-US" sz="1800" dirty="0"/>
              <a:t> </a:t>
            </a:r>
            <a:r>
              <a:rPr lang="en-US" sz="1800" dirty="0" err="1"/>
              <a:t>است</a:t>
            </a:r>
            <a:r>
              <a:rPr lang="en-US" sz="1800" dirty="0"/>
              <a:t>.</a:t>
            </a:r>
          </a:p>
          <a:p>
            <a:pPr algn="r" rtl="1"/>
            <a:r>
              <a:rPr lang="en-US" sz="1800" dirty="0"/>
              <a:t>GINKOVA </a:t>
            </a:r>
            <a:r>
              <a:rPr lang="en-US" sz="1800" dirty="0" err="1"/>
              <a:t>در</a:t>
            </a:r>
            <a:r>
              <a:rPr lang="en-US" sz="1800" dirty="0"/>
              <a:t> </a:t>
            </a:r>
            <a:r>
              <a:rPr lang="en-US" sz="1800" dirty="0" err="1"/>
              <a:t>حال</a:t>
            </a:r>
            <a:r>
              <a:rPr lang="en-US" sz="1800" dirty="0"/>
              <a:t> </a:t>
            </a:r>
            <a:r>
              <a:rPr lang="en-US" sz="1800" dirty="0" err="1"/>
              <a:t>ساخت</a:t>
            </a:r>
            <a:r>
              <a:rPr lang="en-US" sz="1800" dirty="0"/>
              <a:t> </a:t>
            </a:r>
            <a:r>
              <a:rPr lang="en-US" sz="1800" dirty="0" err="1"/>
              <a:t>یک</a:t>
            </a:r>
            <a:r>
              <a:rPr lang="en-US" sz="1800" dirty="0"/>
              <a:t> </a:t>
            </a:r>
            <a:r>
              <a:rPr lang="en-US" sz="1800" dirty="0" err="1"/>
              <a:t>اکوسیستم</a:t>
            </a:r>
            <a:r>
              <a:rPr lang="en-US" sz="1800" dirty="0"/>
              <a:t> </a:t>
            </a:r>
            <a:r>
              <a:rPr lang="en-US" sz="1800" dirty="0" err="1"/>
              <a:t>سلامت</a:t>
            </a:r>
            <a:r>
              <a:rPr lang="en-US" sz="1800" dirty="0"/>
              <a:t> </a:t>
            </a:r>
            <a:r>
              <a:rPr lang="en-US" sz="1800" dirty="0" err="1"/>
              <a:t>هوشمند</a:t>
            </a:r>
            <a:r>
              <a:rPr lang="en-US" sz="1800" dirty="0"/>
              <a:t> </a:t>
            </a:r>
            <a:r>
              <a:rPr lang="en-US" sz="1800" dirty="0" err="1"/>
              <a:t>است</a:t>
            </a:r>
            <a:r>
              <a:rPr lang="en-US" sz="1800" dirty="0"/>
              <a:t> </a:t>
            </a:r>
            <a:r>
              <a:rPr lang="en-US" sz="1800" dirty="0" err="1"/>
              <a:t>که</a:t>
            </a:r>
            <a:r>
              <a:rPr lang="en-US" sz="1800" dirty="0"/>
              <a:t> </a:t>
            </a:r>
            <a:r>
              <a:rPr lang="en-US" sz="1800" dirty="0" err="1"/>
              <a:t>با</a:t>
            </a:r>
            <a:r>
              <a:rPr lang="en-US" sz="1800" dirty="0"/>
              <a:t> </a:t>
            </a:r>
            <a:r>
              <a:rPr lang="en-US" sz="1800" dirty="0" err="1"/>
              <a:t>استفاده</a:t>
            </a:r>
            <a:r>
              <a:rPr lang="en-US" sz="1800" dirty="0"/>
              <a:t> </a:t>
            </a:r>
            <a:r>
              <a:rPr lang="en-US" sz="1800" dirty="0" err="1"/>
              <a:t>از</a:t>
            </a:r>
            <a:r>
              <a:rPr lang="en-US" sz="1800" dirty="0"/>
              <a:t> </a:t>
            </a:r>
            <a:r>
              <a:rPr lang="en-US" sz="1800" dirty="0" err="1"/>
              <a:t>هوش</a:t>
            </a:r>
            <a:r>
              <a:rPr lang="en-US" sz="1800" dirty="0"/>
              <a:t> </a:t>
            </a:r>
            <a:r>
              <a:rPr lang="en-US" sz="1800" dirty="0" err="1"/>
              <a:t>مصنوعی</a:t>
            </a:r>
            <a:r>
              <a:rPr lang="en-US" sz="1800" dirty="0"/>
              <a:t>، </a:t>
            </a:r>
            <a:r>
              <a:rPr lang="en-US" sz="1800" dirty="0" err="1"/>
              <a:t>تغذیه</a:t>
            </a:r>
            <a:r>
              <a:rPr lang="en-US" sz="1800" dirty="0"/>
              <a:t> </a:t>
            </a:r>
            <a:r>
              <a:rPr lang="en-US" sz="1800" dirty="0" err="1"/>
              <a:t>شخصی‌سازی‌شده</a:t>
            </a:r>
            <a:r>
              <a:rPr lang="en-US" sz="1800" dirty="0"/>
              <a:t> و </a:t>
            </a:r>
            <a:r>
              <a:rPr lang="en-US" sz="1800" dirty="0" err="1"/>
              <a:t>داده‌های</a:t>
            </a:r>
            <a:r>
              <a:rPr lang="en-US" sz="1800" dirty="0"/>
              <a:t> </a:t>
            </a:r>
            <a:r>
              <a:rPr lang="en-US" sz="1800" dirty="0" err="1"/>
              <a:t>سلامت</a:t>
            </a:r>
            <a:r>
              <a:rPr lang="en-US" sz="1800" dirty="0"/>
              <a:t>، </a:t>
            </a:r>
            <a:r>
              <a:rPr lang="en-US" sz="1800" dirty="0" err="1"/>
              <a:t>به</a:t>
            </a:r>
            <a:r>
              <a:rPr lang="en-US" sz="1800" dirty="0"/>
              <a:t> </a:t>
            </a:r>
            <a:r>
              <a:rPr lang="en-US" sz="1800" dirty="0" err="1"/>
              <a:t>افراد</a:t>
            </a:r>
            <a:r>
              <a:rPr lang="en-US" sz="1800" dirty="0"/>
              <a:t> </a:t>
            </a:r>
            <a:r>
              <a:rPr lang="en-US" sz="1800" dirty="0" err="1"/>
              <a:t>کمک</a:t>
            </a:r>
            <a:r>
              <a:rPr lang="en-US" sz="1800" dirty="0"/>
              <a:t> </a:t>
            </a:r>
            <a:r>
              <a:rPr lang="en-US" sz="1800" dirty="0" err="1"/>
              <a:t>می‌کند</a:t>
            </a:r>
            <a:r>
              <a:rPr lang="en-US" sz="1800" dirty="0"/>
              <a:t> </a:t>
            </a:r>
            <a:r>
              <a:rPr lang="en-US" sz="1800" dirty="0" err="1"/>
              <a:t>تصمیم‌های</a:t>
            </a:r>
            <a:r>
              <a:rPr lang="en-US" sz="1800" dirty="0"/>
              <a:t> </a:t>
            </a:r>
            <a:r>
              <a:rPr lang="en-US" sz="1800" dirty="0" err="1"/>
              <a:t>بهتر</a:t>
            </a:r>
            <a:r>
              <a:rPr lang="en-US" sz="1800" dirty="0"/>
              <a:t>، </a:t>
            </a:r>
            <a:r>
              <a:rPr lang="en-US" sz="1800" dirty="0" err="1"/>
              <a:t>سالم‌تر</a:t>
            </a:r>
            <a:r>
              <a:rPr lang="en-US" sz="1800" dirty="0"/>
              <a:t> و </a:t>
            </a:r>
            <a:r>
              <a:rPr lang="en-US" sz="1800" dirty="0" err="1"/>
              <a:t>آگاهانه‌تری</a:t>
            </a:r>
            <a:r>
              <a:rPr lang="en-US" sz="1800" dirty="0"/>
              <a:t> </a:t>
            </a:r>
            <a:r>
              <a:rPr lang="en-US" sz="1800" dirty="0" err="1"/>
              <a:t>بگیرند</a:t>
            </a:r>
            <a:r>
              <a:rPr lang="en-US" sz="1800" dirty="0"/>
              <a:t>.</a:t>
            </a:r>
          </a:p>
          <a:p>
            <a:pPr algn="r" rtl="1"/>
            <a:r>
              <a:rPr lang="en-US" sz="1800" dirty="0" err="1"/>
              <a:t>ما</a:t>
            </a:r>
            <a:r>
              <a:rPr lang="en-US" sz="1800" dirty="0"/>
              <a:t> </a:t>
            </a:r>
            <a:r>
              <a:rPr lang="en-US" sz="1800" dirty="0" err="1"/>
              <a:t>از</a:t>
            </a:r>
            <a:r>
              <a:rPr lang="en-US" sz="1800" dirty="0"/>
              <a:t> </a:t>
            </a:r>
            <a:r>
              <a:rPr lang="en-US" sz="1800" dirty="0" err="1"/>
              <a:t>غذا</a:t>
            </a:r>
            <a:r>
              <a:rPr lang="en-US" sz="1800" dirty="0"/>
              <a:t> </a:t>
            </a:r>
            <a:r>
              <a:rPr lang="en-US" sz="1800" dirty="0" err="1"/>
              <a:t>شروع</a:t>
            </a:r>
            <a:r>
              <a:rPr lang="en-US" sz="1800" dirty="0"/>
              <a:t> </a:t>
            </a:r>
            <a:r>
              <a:rPr lang="en-US" sz="1800" dirty="0" err="1"/>
              <a:t>می‌کنیم</a:t>
            </a:r>
            <a:r>
              <a:rPr lang="en-US" sz="1800" dirty="0"/>
              <a:t>، </a:t>
            </a:r>
            <a:r>
              <a:rPr lang="en-US" sz="1800" dirty="0" err="1"/>
              <a:t>اما</a:t>
            </a:r>
            <a:r>
              <a:rPr lang="en-US" sz="1800" dirty="0"/>
              <a:t> </a:t>
            </a:r>
            <a:r>
              <a:rPr lang="en-US" sz="1800" dirty="0" err="1"/>
              <a:t>مأموریت</a:t>
            </a:r>
            <a:r>
              <a:rPr lang="en-US" sz="1800" dirty="0"/>
              <a:t> </a:t>
            </a:r>
            <a:r>
              <a:rPr lang="en-US" sz="1800" dirty="0" err="1"/>
              <a:t>ما</a:t>
            </a:r>
            <a:r>
              <a:rPr lang="en-US" sz="1800" dirty="0"/>
              <a:t> </a:t>
            </a:r>
            <a:r>
              <a:rPr lang="en-US" sz="1800" dirty="0" err="1"/>
              <a:t>بسیار</a:t>
            </a:r>
            <a:r>
              <a:rPr lang="en-US" sz="1800" dirty="0"/>
              <a:t> </a:t>
            </a:r>
            <a:r>
              <a:rPr lang="en-US" sz="1800" dirty="0" err="1"/>
              <a:t>فراتر</a:t>
            </a:r>
            <a:r>
              <a:rPr lang="en-US" sz="1800" dirty="0"/>
              <a:t> </a:t>
            </a:r>
            <a:r>
              <a:rPr lang="en-US" sz="1800" dirty="0" err="1"/>
              <a:t>از</a:t>
            </a:r>
            <a:r>
              <a:rPr lang="en-US" sz="1800" dirty="0"/>
              <a:t> </a:t>
            </a:r>
            <a:r>
              <a:rPr lang="en-US" sz="1800" dirty="0" err="1"/>
              <a:t>غذاست</a:t>
            </a:r>
            <a:r>
              <a:rPr lang="en-US" sz="1800" dirty="0"/>
              <a:t>؛ </a:t>
            </a:r>
            <a:r>
              <a:rPr lang="en-US" sz="1800" dirty="0" err="1"/>
              <a:t>ما</a:t>
            </a:r>
            <a:r>
              <a:rPr lang="en-US" sz="1800" dirty="0"/>
              <a:t> </a:t>
            </a:r>
            <a:r>
              <a:rPr lang="en-US" sz="1800" dirty="0" err="1"/>
              <a:t>می‌خواهیم</a:t>
            </a:r>
            <a:r>
              <a:rPr lang="en-US" sz="1800" dirty="0"/>
              <a:t> </a:t>
            </a:r>
            <a:r>
              <a:rPr lang="en-US" sz="1800" dirty="0" err="1"/>
              <a:t>همراه</a:t>
            </a:r>
            <a:r>
              <a:rPr lang="en-US" sz="1800" dirty="0"/>
              <a:t> </a:t>
            </a:r>
            <a:r>
              <a:rPr lang="en-US" sz="1800" dirty="0" err="1"/>
              <a:t>هوشمند</a:t>
            </a:r>
            <a:r>
              <a:rPr lang="en-US" sz="1800" dirty="0"/>
              <a:t> </a:t>
            </a:r>
            <a:r>
              <a:rPr lang="en-US" sz="1800" dirty="0" err="1"/>
              <a:t>سلامت</a:t>
            </a:r>
            <a:r>
              <a:rPr lang="en-US" sz="1800" dirty="0"/>
              <a:t> </a:t>
            </a:r>
            <a:r>
              <a:rPr lang="en-US" sz="1800" dirty="0" err="1"/>
              <a:t>افراد</a:t>
            </a:r>
            <a:r>
              <a:rPr lang="en-US" sz="1800" dirty="0"/>
              <a:t> </a:t>
            </a:r>
            <a:r>
              <a:rPr lang="en-US" sz="1800" dirty="0" err="1"/>
              <a:t>در</a:t>
            </a:r>
            <a:r>
              <a:rPr lang="en-US" sz="1800" dirty="0"/>
              <a:t> </a:t>
            </a:r>
            <a:r>
              <a:rPr lang="en-US" sz="1800" dirty="0" err="1"/>
              <a:t>مسیر</a:t>
            </a:r>
            <a:r>
              <a:rPr lang="en-US" sz="1800" dirty="0"/>
              <a:t> </a:t>
            </a:r>
            <a:r>
              <a:rPr lang="en-US" sz="1800" dirty="0" err="1"/>
              <a:t>یک</a:t>
            </a:r>
            <a:r>
              <a:rPr lang="en-US" sz="1800" dirty="0"/>
              <a:t> </a:t>
            </a:r>
            <a:r>
              <a:rPr lang="en-US" sz="1800" dirty="0" err="1"/>
              <a:t>زندگی</a:t>
            </a:r>
            <a:r>
              <a:rPr lang="en-US" sz="1800" dirty="0"/>
              <a:t> </a:t>
            </a:r>
            <a:r>
              <a:rPr lang="en-US" sz="1800" dirty="0" err="1"/>
              <a:t>سالم‌تر</a:t>
            </a:r>
            <a:r>
              <a:rPr lang="en-US" sz="1800" dirty="0"/>
              <a:t> و </a:t>
            </a:r>
            <a:r>
              <a:rPr lang="en-US" sz="1800" dirty="0" err="1"/>
              <a:t>طولانی‌تر</a:t>
            </a:r>
            <a:r>
              <a:rPr lang="en-US" sz="1800" dirty="0"/>
              <a:t> </a:t>
            </a:r>
            <a:r>
              <a:rPr lang="en-US" sz="1800" dirty="0" err="1"/>
              <a:t>باشیم</a:t>
            </a:r>
            <a:r>
              <a:rPr lang="en-US" sz="1800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315954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9EEF-6FDA-26A7-65E1-59CA0246C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ABB63A-6BC7-A7B3-9AD6-91CD97615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54753"/>
          </a:xfrm>
        </p:spPr>
        <p:txBody>
          <a:bodyPr>
            <a:normAutofit/>
          </a:bodyPr>
          <a:lstStyle/>
          <a:p>
            <a:r>
              <a:rPr lang="en-US" dirty="0"/>
              <a:t>Every Meal Is a Health Decision</a:t>
            </a:r>
          </a:p>
          <a:p>
            <a:r>
              <a:rPr lang="en-US" dirty="0"/>
              <a:t>Millions of people struggle to make the right food choices every day.</a:t>
            </a:r>
          </a:p>
          <a:p>
            <a:r>
              <a:rPr lang="en-US" dirty="0"/>
              <a:t>But most people lack the personalized guidance needed to support their health.</a:t>
            </a:r>
          </a:p>
          <a:p>
            <a:endParaRPr lang="en-US" dirty="0"/>
          </a:p>
          <a:p>
            <a:r>
              <a:rPr lang="en-US" dirty="0"/>
              <a:t>Today's Reality</a:t>
            </a:r>
          </a:p>
          <a:p>
            <a:r>
              <a:rPr lang="en-US" dirty="0"/>
              <a:t>❌ People with chronic conditions need personalized nutrition — not just food.</a:t>
            </a:r>
          </a:p>
          <a:p>
            <a:r>
              <a:rPr lang="en-US" dirty="0"/>
              <a:t>❌ Families often lack the time, knowledge, or support to prepare suitable meals.</a:t>
            </a:r>
          </a:p>
          <a:p>
            <a:r>
              <a:rPr lang="en-US" dirty="0"/>
              <a:t>❌ Healthy restaurants rarely provide nutrition designed around individual needs.</a:t>
            </a:r>
          </a:p>
          <a:p>
            <a:r>
              <a:rPr lang="en-US" dirty="0"/>
              <a:t>❌ Food delivery platforms optimize convenience, not health.</a:t>
            </a:r>
          </a:p>
          <a:p>
            <a:endParaRPr lang="en-US" dirty="0"/>
          </a:p>
          <a:p>
            <a:r>
              <a:rPr lang="en-US" dirty="0"/>
              <a:t>The Result</a:t>
            </a:r>
          </a:p>
          <a:p>
            <a:r>
              <a:rPr lang="en-US" dirty="0"/>
              <a:t>People don't just struggle to find healthy food.</a:t>
            </a:r>
          </a:p>
          <a:p>
            <a:r>
              <a:rPr lang="en-US" dirty="0"/>
              <a:t>They struggle to make better health decisions every day.</a:t>
            </a:r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5EB66EF9-B5B1-06EF-0058-06652AF6C70E}"/>
              </a:ext>
            </a:extLst>
          </p:cNvPr>
          <p:cNvSpPr/>
          <p:nvPr/>
        </p:nvSpPr>
        <p:spPr>
          <a:xfrm>
            <a:off x="241539" y="109268"/>
            <a:ext cx="2041585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2</a:t>
            </a:r>
            <a:endParaRPr lang="en-US" b="1" dirty="0"/>
          </a:p>
          <a:p>
            <a:pPr algn="ctr"/>
            <a:r>
              <a:rPr lang="en-US" b="1" dirty="0"/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200078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4172E-2AF7-FC08-2DF7-A7C7BAAED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5DE704-DC21-3E23-D61B-16774F66E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60" y="368100"/>
            <a:ext cx="12065479" cy="6028506"/>
          </a:xfrm>
        </p:spPr>
        <p:txBody>
          <a:bodyPr>
            <a:normAutofit/>
          </a:bodyPr>
          <a:lstStyle/>
          <a:p>
            <a:pPr rtl="1"/>
            <a:r>
              <a:rPr lang="fa-IR" dirty="0"/>
              <a:t>ترجمه</a:t>
            </a:r>
            <a:endParaRPr lang="en-US" dirty="0"/>
          </a:p>
          <a:p>
            <a:pPr rtl="1"/>
            <a:r>
              <a:rPr lang="ar-SA" dirty="0"/>
              <a:t>هر وعده غذا یک تصمیم سلامت است</a:t>
            </a:r>
            <a:endParaRPr lang="en-US" dirty="0"/>
          </a:p>
          <a:p>
            <a:pPr rtl="1"/>
            <a:r>
              <a:rPr lang="ar-SA" dirty="0"/>
              <a:t>میلیون‌ها نفر هر روز برای انتخاب غذای مناسب دچار مشکل هستند</a:t>
            </a:r>
            <a:r>
              <a:rPr lang="en-US" dirty="0"/>
              <a:t>.</a:t>
            </a:r>
          </a:p>
          <a:p>
            <a:pPr rtl="1"/>
            <a:r>
              <a:rPr lang="ar-SA" dirty="0"/>
              <a:t>اما بیشتر افراد راهنمایی شخصی‌سازی‌شده لازم برای حمایت از سلامت خود را ندارند</a:t>
            </a:r>
            <a:r>
              <a:rPr lang="en-US" dirty="0"/>
              <a:t>.</a:t>
            </a:r>
          </a:p>
          <a:p>
            <a:pPr rtl="1"/>
            <a:r>
              <a:rPr lang="ar-SA" dirty="0"/>
              <a:t>واقعیت امروز</a:t>
            </a:r>
            <a:endParaRPr lang="en-US" dirty="0"/>
          </a:p>
          <a:p>
            <a:pPr rtl="1"/>
            <a:r>
              <a:rPr lang="en-US" dirty="0"/>
              <a:t>❌ </a:t>
            </a:r>
            <a:r>
              <a:rPr lang="ar-SA" dirty="0"/>
              <a:t>افراد دارای بیماری‌های مزمن به تغذیه شخصی نیاز دارند، نه فقط غذا</a:t>
            </a:r>
            <a:r>
              <a:rPr lang="en-US" dirty="0"/>
              <a:t>.</a:t>
            </a:r>
          </a:p>
          <a:p>
            <a:pPr rtl="1"/>
            <a:r>
              <a:rPr lang="en-US" dirty="0"/>
              <a:t>❌ </a:t>
            </a:r>
            <a:r>
              <a:rPr lang="ar-SA" dirty="0"/>
              <a:t>خانواده‌ها اغلب زمان، دانش یا حمایت کافی برای تهیه غذای مناسب ندارند</a:t>
            </a:r>
            <a:r>
              <a:rPr lang="en-US" dirty="0"/>
              <a:t>.</a:t>
            </a:r>
          </a:p>
          <a:p>
            <a:pPr rtl="1"/>
            <a:r>
              <a:rPr lang="en-US" dirty="0"/>
              <a:t>❌ </a:t>
            </a:r>
            <a:r>
              <a:rPr lang="ar-SA" dirty="0"/>
              <a:t>رستوران‌های سالم معمولاً غذا را براساس نیاز فرد طراحی نمی‌کنند</a:t>
            </a:r>
            <a:r>
              <a:rPr lang="en-US" dirty="0"/>
              <a:t>.</a:t>
            </a:r>
          </a:p>
          <a:p>
            <a:pPr rtl="1"/>
            <a:r>
              <a:rPr lang="en-US" dirty="0"/>
              <a:t>❌ </a:t>
            </a:r>
            <a:r>
              <a:rPr lang="ar-SA" dirty="0"/>
              <a:t>پلتفرم‌های ارسال غذا بیشتر روی راحتی تمرکز دارند، نه سلامت</a:t>
            </a:r>
            <a:r>
              <a:rPr lang="en-US" dirty="0"/>
              <a:t>.</a:t>
            </a:r>
          </a:p>
          <a:p>
            <a:pPr rtl="1"/>
            <a:r>
              <a:rPr lang="ar-SA" dirty="0"/>
              <a:t>نتیجه</a:t>
            </a:r>
            <a:endParaRPr lang="en-US" dirty="0"/>
          </a:p>
          <a:p>
            <a:pPr rtl="1"/>
            <a:r>
              <a:rPr lang="ar-SA" dirty="0"/>
              <a:t>مردم فقط در پیدا کردن غذای سالم مشکل ندارند</a:t>
            </a:r>
            <a:r>
              <a:rPr lang="en-US" dirty="0"/>
              <a:t>.</a:t>
            </a:r>
          </a:p>
          <a:p>
            <a:pPr rtl="1"/>
            <a:r>
              <a:rPr lang="ar-SA" dirty="0"/>
              <a:t>آن‌ها هر روز برای تصمیم بهتر درباره سلامت خود مشکل دارند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96996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49F3-FFB2-7B83-1D76-2A63737F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7A1F43-35CA-A340-D658-D9BE52037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Every day, people make multiple food choices, and every choice affects their health.</a:t>
            </a:r>
          </a:p>
          <a:p>
            <a:pPr algn="l"/>
            <a:r>
              <a:rPr lang="en-US" dirty="0"/>
              <a:t>However, millions of people — especially those managing chronic conditions — do not have access to personalized nutrition support.</a:t>
            </a:r>
          </a:p>
          <a:p>
            <a:pPr algn="l"/>
            <a:r>
              <a:rPr lang="en-US" dirty="0"/>
              <a:t>Families often want to help, but they don't always have the time or knowledge to prepare the right meals.</a:t>
            </a:r>
          </a:p>
          <a:p>
            <a:pPr algn="l"/>
            <a:r>
              <a:rPr lang="en-US" dirty="0"/>
              <a:t>Existing solutions mainly focus on delivering food, not helping people make better health decisions.</a:t>
            </a:r>
          </a:p>
          <a:p>
            <a:pPr algn="l"/>
            <a:r>
              <a:rPr lang="en-US" dirty="0"/>
              <a:t>This is the gap that GINKOVA is designed to solve.</a:t>
            </a:r>
          </a:p>
          <a:p>
            <a:pPr algn="l"/>
            <a:endParaRPr lang="en-US" dirty="0"/>
          </a:p>
          <a:p>
            <a:pPr algn="r" rtl="1"/>
            <a:r>
              <a:rPr lang="en-US" dirty="0"/>
              <a:t>.</a:t>
            </a:r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8845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7083-8BA8-4834-EF96-C6A90BDA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08B8D0-8DB4-499B-7A8C-4DD911AD7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We Learned From Real People</a:t>
            </a:r>
          </a:p>
          <a:p>
            <a:r>
              <a:rPr lang="en-US" dirty="0"/>
              <a:t>Through conversations with patients, families, and healthcare communities, we discovered a deeper challenge:</a:t>
            </a:r>
          </a:p>
          <a:p>
            <a:r>
              <a:rPr lang="en-US" dirty="0"/>
              <a:t>The problem is not only choosing healthy food.</a:t>
            </a:r>
          </a:p>
          <a:p>
            <a:r>
              <a:rPr lang="en-US" dirty="0"/>
              <a:t>Many people struggle to maintain the right nutrition plan every day.</a:t>
            </a:r>
          </a:p>
          <a:p>
            <a:r>
              <a:rPr lang="en-US" dirty="0"/>
              <a:t>Patients and elderly individuals often face:</a:t>
            </a:r>
          </a:p>
          <a:p>
            <a:r>
              <a:rPr lang="en-US" dirty="0"/>
              <a:t>🍽 Preparing suitable meals consistently</a:t>
            </a:r>
          </a:p>
          <a:p>
            <a:r>
              <a:rPr lang="en-US" dirty="0"/>
              <a:t>🔎 Finding trustworthy nutrition options</a:t>
            </a:r>
          </a:p>
          <a:p>
            <a:r>
              <a:rPr lang="en-US" dirty="0"/>
              <a:t>👨‍👩‍👧 Depending on family members or caregivers</a:t>
            </a:r>
          </a:p>
          <a:p>
            <a:r>
              <a:rPr lang="en-US" dirty="0"/>
              <a:t>📅 Staying committed to a long-term nutrition plan</a:t>
            </a:r>
          </a:p>
          <a:p>
            <a:r>
              <a:rPr lang="en-US" dirty="0"/>
              <a:t>The real challenge:</a:t>
            </a:r>
          </a:p>
          <a:p>
            <a:r>
              <a:rPr lang="en-US" dirty="0"/>
              <a:t>The right food.</a:t>
            </a:r>
          </a:p>
          <a:p>
            <a:r>
              <a:rPr lang="en-US" dirty="0"/>
              <a:t>At the right time.</a:t>
            </a:r>
          </a:p>
          <a:p>
            <a:r>
              <a:rPr lang="en-US" dirty="0"/>
              <a:t>For the right person.</a:t>
            </a:r>
          </a:p>
          <a:p>
            <a:r>
              <a:rPr lang="en-US" dirty="0"/>
              <a:t>This insight became the foundation of GINKOVA.</a:t>
            </a:r>
            <a:endParaRPr lang="en-US" b="1" dirty="0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1A149CEB-0966-3F4F-A845-088A60080D14}"/>
              </a:ext>
            </a:extLst>
          </p:cNvPr>
          <p:cNvSpPr/>
          <p:nvPr/>
        </p:nvSpPr>
        <p:spPr>
          <a:xfrm>
            <a:off x="241539" y="109268"/>
            <a:ext cx="2035835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  <a:p>
            <a:pPr algn="ctr"/>
            <a:r>
              <a:rPr lang="en-US" dirty="0"/>
              <a:t>Why Now? / The Human Story</a:t>
            </a:r>
          </a:p>
        </p:txBody>
      </p:sp>
    </p:spTree>
    <p:extLst>
      <p:ext uri="{BB962C8B-B14F-4D97-AF65-F5344CB8AC3E}">
        <p14:creationId xmlns:p14="http://schemas.microsoft.com/office/powerpoint/2010/main" val="1580720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A8B93-C27E-20FA-ED30-1C3702B3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98ADE6-0F39-C69C-C3BE-D035016F6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/>
          </a:bodyPr>
          <a:lstStyle/>
          <a:p>
            <a:pPr rtl="1"/>
            <a:r>
              <a:rPr lang="fa-IR" b="1" dirty="0"/>
              <a:t>ترجمه:</a:t>
            </a:r>
          </a:p>
          <a:p>
            <a:pPr rtl="1"/>
            <a:endParaRPr lang="fa-IR" b="1" dirty="0"/>
          </a:p>
          <a:p>
            <a:pPr rtl="1"/>
            <a:endParaRPr lang="fa-IR" b="1" dirty="0"/>
          </a:p>
          <a:p>
            <a:pPr rtl="1"/>
            <a:endParaRPr lang="fa-IR" b="1" dirty="0"/>
          </a:p>
          <a:p>
            <a:pPr rtl="1"/>
            <a:endParaRPr lang="fa-IR" b="1" dirty="0"/>
          </a:p>
          <a:p>
            <a:pPr rtl="1"/>
            <a:endParaRPr lang="en-US" b="1" dirty="0"/>
          </a:p>
          <a:p>
            <a:pPr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شناسایی</a:t>
            </a:r>
            <a:r>
              <a:rPr lang="en-US" dirty="0"/>
              <a:t> </a:t>
            </a:r>
            <a:r>
              <a:rPr lang="en-US" dirty="0" err="1"/>
              <a:t>کردیم</a:t>
            </a:r>
            <a:r>
              <a:rPr lang="en-US" dirty="0"/>
              <a:t>. </a:t>
            </a:r>
            <a:r>
              <a:rPr lang="en-US" dirty="0" err="1"/>
              <a:t>اکنون</a:t>
            </a:r>
            <a:r>
              <a:rPr lang="en-US" dirty="0"/>
              <a:t>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دهید</a:t>
            </a:r>
            <a:r>
              <a:rPr lang="en-US" dirty="0"/>
              <a:t> </a:t>
            </a:r>
            <a:r>
              <a:rPr lang="en-US" dirty="0" err="1"/>
              <a:t>ببینیم</a:t>
            </a:r>
            <a:r>
              <a:rPr lang="en-US" dirty="0"/>
              <a:t> GINKOVA </a:t>
            </a:r>
            <a:r>
              <a:rPr lang="en-US" dirty="0" err="1"/>
              <a:t>چگونه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چالش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راهکار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4629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E08C6-7F73-8773-D4D6-12BBBBCC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EB4A04-E34A-4489-A40D-BA1AD92B2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When we looked deeper into this problem, we realized that the challenge is not simply the availability of healthy food.</a:t>
            </a:r>
          </a:p>
          <a:p>
            <a:pPr algn="l"/>
            <a:r>
              <a:rPr lang="en-US" dirty="0"/>
              <a:t>Many patients and families already know they should eat healthier. The real difficulty is maintaining the right nutrition plan every single day.</a:t>
            </a:r>
          </a:p>
          <a:p>
            <a:pPr algn="l"/>
            <a:r>
              <a:rPr lang="en-US" dirty="0"/>
              <a:t>Through conversations with patients and healthcare communities, we discovered that people need more than food delivery. They need guidance, personalization, and trust.</a:t>
            </a:r>
          </a:p>
          <a:p>
            <a:pPr algn="l"/>
            <a:r>
              <a:rPr lang="en-US" dirty="0"/>
              <a:t>This insight became the foundation of GINKOVA.</a:t>
            </a:r>
          </a:p>
          <a:p>
            <a:endParaRPr lang="fa-IR" dirty="0"/>
          </a:p>
          <a:p>
            <a:pPr algn="r" rtl="1"/>
            <a:r>
              <a:rPr lang="ar-SA" dirty="0"/>
              <a:t>وقتی عمیق‌تر به این مشکل نگاه کردیم، متوجه شدیم مسئله فقط نبود غذای سالم نیست</a:t>
            </a:r>
            <a:r>
              <a:rPr lang="en-US" dirty="0"/>
              <a:t>.</a:t>
            </a:r>
          </a:p>
          <a:p>
            <a:pPr algn="r" rtl="1"/>
            <a:r>
              <a:rPr lang="ar-SA" dirty="0"/>
              <a:t>بسیاری از بیماران و خانواده‌ها می‌دانند که باید سالم‌تر غذا بخورند، اما مشکل اصلی حفظ یک برنامه غذایی مناسب در تمام روزهای زندگی است</a:t>
            </a:r>
            <a:r>
              <a:rPr lang="en-US" dirty="0"/>
              <a:t>.</a:t>
            </a:r>
          </a:p>
          <a:p>
            <a:pPr algn="r" rtl="1"/>
            <a:r>
              <a:rPr lang="ar-SA" dirty="0"/>
              <a:t>از طریق گفتگو با بیماران و جامعه سلامت، فهمیدیم که افراد فقط به ارسال غذا نیاز ندارند؛ آن‌ها به راهنمایی، شخصی‌سازی و اعتماد نیاز دارند</a:t>
            </a:r>
            <a:r>
              <a:rPr lang="en-US" dirty="0"/>
              <a:t>.</a:t>
            </a:r>
          </a:p>
          <a:p>
            <a:pPr algn="r" rtl="1"/>
            <a:r>
              <a:rPr lang="ar-SA" dirty="0"/>
              <a:t>همین بینش، پایه شکل‌گیری</a:t>
            </a:r>
            <a:r>
              <a:rPr lang="en-US" dirty="0"/>
              <a:t> GINKOVA </a:t>
            </a:r>
            <a:r>
              <a:rPr lang="ar-SA" dirty="0"/>
              <a:t>شد</a:t>
            </a:r>
            <a:r>
              <a:rPr lang="en-US" dirty="0"/>
              <a:t>.</a:t>
            </a:r>
            <a:endParaRPr lang="fa-I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0AA61-1073-C3EF-A083-EE67655C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EE4352-0448-08A3-BF15-4251568E5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pPr rtl="1"/>
            <a:r>
              <a:rPr lang="fa-IR" b="1" dirty="0"/>
              <a:t>توجه) برای خودم</a:t>
            </a:r>
          </a:p>
          <a:p>
            <a:pPr rtl="1"/>
            <a:r>
              <a:rPr lang="en-US" b="1" dirty="0" err="1"/>
              <a:t>سؤالات</a:t>
            </a:r>
            <a:r>
              <a:rPr lang="en-US" b="1" dirty="0"/>
              <a:t> </a:t>
            </a:r>
            <a:r>
              <a:rPr lang="en-US" b="1" dirty="0" err="1"/>
              <a:t>احتمالی</a:t>
            </a:r>
            <a:r>
              <a:rPr lang="en-US" b="1" dirty="0"/>
              <a:t> </a:t>
            </a:r>
            <a:r>
              <a:rPr lang="en-US" b="1" dirty="0" err="1"/>
              <a:t>سرمایه‌گذار</a:t>
            </a:r>
            <a:endParaRPr lang="en-US" b="1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۱: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شما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بیماران</a:t>
            </a:r>
            <a:r>
              <a:rPr lang="en-US" b="1" dirty="0"/>
              <a:t> </a:t>
            </a:r>
            <a:r>
              <a:rPr lang="en-US" b="1" dirty="0" err="1"/>
              <a:t>واقعی</a:t>
            </a:r>
            <a:r>
              <a:rPr lang="en-US" b="1" dirty="0"/>
              <a:t> </a:t>
            </a:r>
            <a:r>
              <a:rPr lang="en-US" b="1" dirty="0" err="1"/>
              <a:t>صحبت</a:t>
            </a:r>
            <a:r>
              <a:rPr lang="en-US" b="1" dirty="0"/>
              <a:t> </a:t>
            </a:r>
            <a:r>
              <a:rPr lang="en-US" b="1" dirty="0" err="1"/>
              <a:t>کرده‌اید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 </a:t>
            </a:r>
            <a:r>
              <a:rPr lang="en-US" dirty="0" err="1"/>
              <a:t>پیشنهادی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بله</a:t>
            </a:r>
            <a:r>
              <a:rPr lang="en-US" dirty="0"/>
              <a:t>،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تعدادی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بیماران</a:t>
            </a:r>
            <a:r>
              <a:rPr lang="en-US" dirty="0"/>
              <a:t> و </a:t>
            </a:r>
            <a:r>
              <a:rPr lang="en-US" dirty="0" err="1"/>
              <a:t>خانواده‌هایی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چالش</a:t>
            </a:r>
            <a:r>
              <a:rPr lang="en-US" dirty="0"/>
              <a:t> </a:t>
            </a:r>
            <a:r>
              <a:rPr lang="en-US" dirty="0" err="1"/>
              <a:t>تهیه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روبه‌رو</a:t>
            </a:r>
            <a:r>
              <a:rPr lang="en-US" dirty="0"/>
              <a:t> </a:t>
            </a:r>
            <a:r>
              <a:rPr lang="en-US" dirty="0" err="1"/>
              <a:t>بوده‌اند</a:t>
            </a:r>
            <a:r>
              <a:rPr lang="en-US" dirty="0"/>
              <a:t> </a:t>
            </a:r>
            <a:r>
              <a:rPr lang="en-US" dirty="0" err="1"/>
              <a:t>گفتگو</a:t>
            </a:r>
            <a:r>
              <a:rPr lang="en-US" dirty="0"/>
              <a:t> </a:t>
            </a:r>
            <a:r>
              <a:rPr lang="en-US" dirty="0" err="1"/>
              <a:t>کرده‌ایم</a:t>
            </a:r>
            <a:r>
              <a:rPr lang="en-US" dirty="0"/>
              <a:t> و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نزدیک</a:t>
            </a:r>
            <a:r>
              <a:rPr lang="en-US" dirty="0"/>
              <a:t> </a:t>
            </a:r>
            <a:r>
              <a:rPr lang="en-US" dirty="0" err="1"/>
              <a:t>مشاهده</a:t>
            </a:r>
            <a:r>
              <a:rPr lang="en-US" dirty="0"/>
              <a:t> </a:t>
            </a:r>
            <a:r>
              <a:rPr lang="en-US" dirty="0" err="1"/>
              <a:t>کرده‌ایم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r>
              <a:rPr lang="en-US" b="1" dirty="0" err="1"/>
              <a:t>سؤال</a:t>
            </a:r>
            <a:r>
              <a:rPr lang="en-US" b="1" dirty="0"/>
              <a:t> ۲: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فقط</a:t>
            </a:r>
            <a:r>
              <a:rPr lang="en-US" b="1" dirty="0"/>
              <a:t> </a:t>
            </a:r>
            <a:r>
              <a:rPr lang="en-US" b="1" dirty="0" err="1"/>
              <a:t>مشکل</a:t>
            </a:r>
            <a:r>
              <a:rPr lang="en-US" b="1" dirty="0"/>
              <a:t> </a:t>
            </a:r>
            <a:r>
              <a:rPr lang="en-US" b="1" dirty="0" err="1"/>
              <a:t>افراد</a:t>
            </a:r>
            <a:r>
              <a:rPr lang="en-US" b="1" dirty="0"/>
              <a:t> </a:t>
            </a:r>
            <a:r>
              <a:rPr lang="en-US" b="1" dirty="0" err="1"/>
              <a:t>بیمار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خیر</a:t>
            </a:r>
            <a:r>
              <a:rPr lang="en-US" dirty="0"/>
              <a:t>. </a:t>
            </a:r>
            <a:r>
              <a:rPr lang="en-US" dirty="0" err="1"/>
              <a:t>بیماران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فردی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، </a:t>
            </a:r>
            <a:r>
              <a:rPr lang="en-US" dirty="0" err="1"/>
              <a:t>پیشگیری</a:t>
            </a:r>
            <a:r>
              <a:rPr lang="en-US" dirty="0"/>
              <a:t> و </a:t>
            </a:r>
            <a:r>
              <a:rPr lang="en-US" dirty="0" err="1"/>
              <a:t>سبک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اهمیت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، </a:t>
            </a:r>
            <a:r>
              <a:rPr lang="en-US" dirty="0" err="1"/>
              <a:t>می‌تواند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باشد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r>
              <a:rPr lang="en-US" b="1" dirty="0" err="1"/>
              <a:t>سؤال</a:t>
            </a:r>
            <a:r>
              <a:rPr lang="en-US" b="1" dirty="0"/>
              <a:t> ۳:</a:t>
            </a:r>
          </a:p>
          <a:p>
            <a:pPr rtl="1"/>
            <a:r>
              <a:rPr lang="en-US" b="1" dirty="0" err="1"/>
              <a:t>چرا</a:t>
            </a:r>
            <a:r>
              <a:rPr lang="en-US" b="1" dirty="0"/>
              <a:t> </a:t>
            </a:r>
            <a:r>
              <a:rPr lang="en-US" b="1" dirty="0" err="1"/>
              <a:t>خانواده‌ها</a:t>
            </a:r>
            <a:r>
              <a:rPr lang="en-US" b="1" dirty="0"/>
              <a:t> </a:t>
            </a:r>
            <a:r>
              <a:rPr lang="en-US" b="1" dirty="0" err="1"/>
              <a:t>نمی‌توانند</a:t>
            </a:r>
            <a:r>
              <a:rPr lang="en-US" b="1" dirty="0"/>
              <a:t> </a:t>
            </a:r>
            <a:r>
              <a:rPr lang="en-US" b="1" dirty="0" err="1"/>
              <a:t>خودشان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آماده</a:t>
            </a:r>
            <a:r>
              <a:rPr lang="en-US" b="1" dirty="0"/>
              <a:t> </a:t>
            </a:r>
            <a:r>
              <a:rPr lang="en-US" b="1" dirty="0" err="1"/>
              <a:t>کنند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بسیاری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خانواده‌ها</a:t>
            </a:r>
            <a:r>
              <a:rPr lang="en-US" dirty="0"/>
              <a:t> </a:t>
            </a:r>
            <a:r>
              <a:rPr lang="en-US" dirty="0" err="1"/>
              <a:t>علاقه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کار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انجام</a:t>
            </a:r>
            <a:r>
              <a:rPr lang="en-US" dirty="0"/>
              <a:t> </a:t>
            </a:r>
            <a:r>
              <a:rPr lang="en-US" dirty="0" err="1"/>
              <a:t>دهند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محدودیت</a:t>
            </a:r>
            <a:r>
              <a:rPr lang="en-US" dirty="0"/>
              <a:t> </a:t>
            </a:r>
            <a:r>
              <a:rPr lang="en-US" dirty="0" err="1"/>
              <a:t>زمان</a:t>
            </a:r>
            <a:r>
              <a:rPr lang="en-US" dirty="0"/>
              <a:t>، </a:t>
            </a:r>
            <a:r>
              <a:rPr lang="en-US" dirty="0" err="1"/>
              <a:t>دانش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و </a:t>
            </a:r>
            <a:r>
              <a:rPr lang="en-US" dirty="0" err="1"/>
              <a:t>پیچیدگی</a:t>
            </a:r>
            <a:r>
              <a:rPr lang="en-US" dirty="0"/>
              <a:t> </a:t>
            </a:r>
            <a:r>
              <a:rPr lang="en-US" dirty="0" err="1"/>
              <a:t>رعایت</a:t>
            </a:r>
            <a:r>
              <a:rPr lang="en-US" dirty="0"/>
              <a:t>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خاص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،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کار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دشوار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نکته</a:t>
            </a:r>
            <a:r>
              <a:rPr lang="en-US" dirty="0"/>
              <a:t> </a:t>
            </a:r>
            <a:r>
              <a:rPr lang="en-US" dirty="0" err="1"/>
              <a:t>مهم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اسلاید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عمداً</a:t>
            </a:r>
            <a:r>
              <a:rPr lang="en-US" dirty="0"/>
              <a:t> </a:t>
            </a:r>
            <a:r>
              <a:rPr lang="en-US" dirty="0" err="1"/>
              <a:t>کلمه</a:t>
            </a:r>
            <a:r>
              <a:rPr lang="en-US" dirty="0"/>
              <a:t> </a:t>
            </a:r>
            <a:r>
              <a:rPr lang="en-US" b="1" dirty="0"/>
              <a:t>Medical Food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b="1" dirty="0"/>
              <a:t>Diabetic Food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زیاد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نکردم</a:t>
            </a:r>
            <a:r>
              <a:rPr lang="en-US" dirty="0"/>
              <a:t>، </a:t>
            </a:r>
            <a:r>
              <a:rPr lang="en-US" dirty="0" err="1"/>
              <a:t>چون</a:t>
            </a:r>
            <a:r>
              <a:rPr lang="en-US" dirty="0"/>
              <a:t> </a:t>
            </a:r>
            <a:r>
              <a:rPr lang="en-US" dirty="0" err="1"/>
              <a:t>نمی‌خواهیم</a:t>
            </a:r>
            <a:r>
              <a:rPr lang="en-US" dirty="0"/>
              <a:t> GINKOVA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ذهن</a:t>
            </a:r>
            <a:r>
              <a:rPr lang="en-US" dirty="0"/>
              <a:t> </a:t>
            </a:r>
            <a:r>
              <a:rPr lang="en-US" dirty="0" err="1"/>
              <a:t>سرمایه‌گذار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شرکت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پزشکی</a:t>
            </a:r>
            <a:r>
              <a:rPr lang="en-US" dirty="0"/>
              <a:t> </a:t>
            </a:r>
            <a:r>
              <a:rPr lang="en-US" dirty="0" err="1"/>
              <a:t>محدود</a:t>
            </a:r>
            <a:r>
              <a:rPr lang="en-US" dirty="0"/>
              <a:t> </a:t>
            </a:r>
            <a:r>
              <a:rPr lang="en-US" dirty="0" err="1"/>
              <a:t>شود</a:t>
            </a:r>
            <a:r>
              <a:rPr lang="en-US" dirty="0"/>
              <a:t>.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می‌خواهیم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همین</a:t>
            </a:r>
            <a:r>
              <a:rPr lang="en-US" dirty="0"/>
              <a:t> </a:t>
            </a:r>
            <a:r>
              <a:rPr lang="en-US" dirty="0" err="1"/>
              <a:t>ابتدا</a:t>
            </a:r>
            <a:r>
              <a:rPr lang="en-US" dirty="0"/>
              <a:t> </a:t>
            </a:r>
            <a:r>
              <a:rPr lang="en-US" dirty="0" err="1"/>
              <a:t>جایگاه</a:t>
            </a:r>
            <a:r>
              <a:rPr lang="en-US" dirty="0"/>
              <a:t> </a:t>
            </a:r>
            <a:r>
              <a:rPr lang="en-US" dirty="0" err="1"/>
              <a:t>بزرگ‌تر</a:t>
            </a:r>
            <a:r>
              <a:rPr lang="en-US" dirty="0"/>
              <a:t> </a:t>
            </a:r>
            <a:r>
              <a:rPr lang="en-US" dirty="0" err="1"/>
              <a:t>یعنی</a:t>
            </a:r>
            <a:r>
              <a:rPr lang="en-US" dirty="0"/>
              <a:t> </a:t>
            </a:r>
            <a:r>
              <a:rPr lang="en-US" b="1" dirty="0"/>
              <a:t>Personalized Health Ecosystem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حفظ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5449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EF74C-DDBB-DF1A-266D-FA7AFEE3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F061B3-DBA4-DD1A-DB44-0185801E3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Our Solution</a:t>
            </a:r>
          </a:p>
          <a:p>
            <a:r>
              <a:rPr lang="en-US" b="1" dirty="0"/>
              <a:t>GINKOVA: An Intelligent Nutrition &amp; Health Ecosystem</a:t>
            </a:r>
          </a:p>
          <a:p>
            <a:r>
              <a:rPr lang="en-US" dirty="0"/>
              <a:t>We connect:</a:t>
            </a:r>
          </a:p>
          <a:p>
            <a:r>
              <a:rPr lang="en-US" dirty="0"/>
              <a:t>🥗 Healthy Food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🧠 Artificial Intelligence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❤️ Personalized Health Insights</a:t>
            </a:r>
          </a:p>
          <a:p>
            <a:r>
              <a:rPr lang="en-US" dirty="0"/>
              <a:t>to help people make better nutrition decisions.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With GINKOVA, users can:</a:t>
            </a:r>
          </a:p>
          <a:p>
            <a:r>
              <a:rPr lang="en-US" dirty="0"/>
              <a:t>✓ Discover suitable meals based on their health goals</a:t>
            </a:r>
            <a:br>
              <a:rPr lang="en-US" dirty="0"/>
            </a:br>
            <a:r>
              <a:rPr lang="en-US" dirty="0"/>
              <a:t>✓ Understand exactly what they eat</a:t>
            </a:r>
            <a:br>
              <a:rPr lang="en-US" dirty="0"/>
            </a:br>
            <a:r>
              <a:rPr lang="en-US" dirty="0"/>
              <a:t>✓ Receive personalized nutrition recommendations</a:t>
            </a:r>
            <a:br>
              <a:rPr lang="en-US" dirty="0"/>
            </a:br>
            <a:r>
              <a:rPr lang="en-US" dirty="0"/>
              <a:t>✓ Build healthier habits over time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Food is our starting point.</a:t>
            </a:r>
          </a:p>
          <a:p>
            <a:r>
              <a:rPr lang="en-US" b="1" dirty="0"/>
              <a:t>Personalized health intelligence is our destination.</a:t>
            </a:r>
          </a:p>
          <a:p>
            <a:endParaRPr lang="en-US" b="1" dirty="0"/>
          </a:p>
          <a:p>
            <a:r>
              <a:rPr lang="en-US" dirty="0"/>
              <a:t>But what makes GINKOVA different from existing healthy food services? Let's look at our unique approach.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362CD481-8F43-CC75-7788-807EDBDD02DF}"/>
              </a:ext>
            </a:extLst>
          </p:cNvPr>
          <p:cNvSpPr/>
          <p:nvPr/>
        </p:nvSpPr>
        <p:spPr>
          <a:xfrm>
            <a:off x="241540" y="109268"/>
            <a:ext cx="1955320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/>
              <a:t>4</a:t>
            </a:r>
            <a:endParaRPr lang="en-US" dirty="0"/>
          </a:p>
          <a:p>
            <a:pPr algn="ctr"/>
            <a:r>
              <a:rPr lang="en-US" dirty="0"/>
              <a:t>Our Solution</a:t>
            </a:r>
          </a:p>
        </p:txBody>
      </p:sp>
    </p:spTree>
    <p:extLst>
      <p:ext uri="{BB962C8B-B14F-4D97-AF65-F5344CB8AC3E}">
        <p14:creationId xmlns:p14="http://schemas.microsoft.com/office/powerpoint/2010/main" val="3953725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2BB7-2D92-789E-15CB-991DCADD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FB1548-41CA-C331-F782-111EC0C65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92500" lnSpcReduction="20000"/>
          </a:bodyPr>
          <a:lstStyle/>
          <a:p>
            <a:pPr rtl="1"/>
            <a:r>
              <a:rPr lang="fa-IR" b="1" dirty="0"/>
              <a:t>ترجمه</a:t>
            </a:r>
          </a:p>
          <a:p>
            <a:pPr rtl="1"/>
            <a:r>
              <a:rPr lang="en-US" b="1" dirty="0"/>
              <a:t>GINKOVA: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اکوسیستم</a:t>
            </a:r>
            <a:r>
              <a:rPr lang="en-US" b="1" dirty="0"/>
              <a:t> </a:t>
            </a:r>
            <a:r>
              <a:rPr lang="en-US" b="1" dirty="0" err="1"/>
              <a:t>هوشمند</a:t>
            </a:r>
            <a:r>
              <a:rPr lang="en-US" b="1" dirty="0"/>
              <a:t> </a:t>
            </a:r>
            <a:r>
              <a:rPr lang="en-US" b="1" dirty="0" err="1"/>
              <a:t>تغذیه</a:t>
            </a:r>
            <a:r>
              <a:rPr lang="en-US" b="1" dirty="0"/>
              <a:t> و </a:t>
            </a:r>
            <a:r>
              <a:rPr lang="en-US" b="1" dirty="0" err="1"/>
              <a:t>سلامت</a:t>
            </a:r>
            <a:endParaRPr lang="en-US" b="1" dirty="0"/>
          </a:p>
          <a:p>
            <a:pPr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ترکیب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:</a:t>
            </a:r>
          </a:p>
          <a:p>
            <a:pPr rtl="1"/>
            <a:r>
              <a:rPr lang="en-US" dirty="0"/>
              <a:t>🥗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🧠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❤️ </a:t>
            </a:r>
            <a:r>
              <a:rPr lang="en-US" dirty="0" err="1"/>
              <a:t>بینش‌های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endParaRPr lang="en-US" dirty="0"/>
          </a:p>
          <a:p>
            <a:pPr rtl="1"/>
            <a:r>
              <a:rPr lang="en-US" dirty="0" err="1"/>
              <a:t>تا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بگیرند</a:t>
            </a:r>
            <a:r>
              <a:rPr lang="en-US" dirty="0"/>
              <a:t>.</a:t>
            </a:r>
          </a:p>
          <a:p>
            <a:pPr rtl="1"/>
            <a:endParaRPr lang="en-US" dirty="0"/>
          </a:p>
          <a:p>
            <a:pPr rtl="1"/>
            <a:r>
              <a:rPr lang="en-US" b="1" dirty="0" err="1"/>
              <a:t>با</a:t>
            </a:r>
            <a:r>
              <a:rPr lang="en-US" b="1" dirty="0"/>
              <a:t> GINKOVA </a:t>
            </a:r>
            <a:r>
              <a:rPr lang="en-US" b="1" dirty="0" err="1"/>
              <a:t>کاربران</a:t>
            </a:r>
            <a:r>
              <a:rPr lang="en-US" b="1" dirty="0"/>
              <a:t> </a:t>
            </a:r>
            <a:r>
              <a:rPr lang="en-US" b="1" dirty="0" err="1"/>
              <a:t>می‌توانند</a:t>
            </a:r>
            <a:r>
              <a:rPr lang="en-US" b="1" dirty="0"/>
              <a:t>:</a:t>
            </a:r>
          </a:p>
          <a:p>
            <a:pPr rtl="1"/>
            <a:r>
              <a:rPr lang="en-US" dirty="0"/>
              <a:t>✓ </a:t>
            </a:r>
            <a:r>
              <a:rPr lang="en-US" dirty="0" err="1"/>
              <a:t>غذاهای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بدانند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دریافت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مرور</a:t>
            </a:r>
            <a:r>
              <a:rPr lang="en-US" dirty="0"/>
              <a:t> </a:t>
            </a:r>
            <a:r>
              <a:rPr lang="en-US" dirty="0" err="1"/>
              <a:t>زمان</a:t>
            </a:r>
            <a:r>
              <a:rPr lang="en-US" dirty="0"/>
              <a:t> </a:t>
            </a:r>
            <a:r>
              <a:rPr lang="en-US" dirty="0" err="1"/>
              <a:t>عادت‌های</a:t>
            </a:r>
            <a:r>
              <a:rPr lang="en-US" dirty="0"/>
              <a:t> </a:t>
            </a:r>
            <a:r>
              <a:rPr lang="en-US" dirty="0" err="1"/>
              <a:t>سالم‌تری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</a:p>
          <a:p>
            <a:pPr rtl="1"/>
            <a:endParaRPr lang="en-US" dirty="0"/>
          </a:p>
          <a:p>
            <a:pPr rtl="1"/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نقطه</a:t>
            </a:r>
            <a:r>
              <a:rPr lang="en-US" b="1" dirty="0"/>
              <a:t> </a:t>
            </a:r>
            <a:r>
              <a:rPr lang="en-US" b="1" dirty="0" err="1"/>
              <a:t>شروع</a:t>
            </a:r>
            <a:r>
              <a:rPr lang="en-US" b="1" dirty="0"/>
              <a:t> </a:t>
            </a:r>
            <a:r>
              <a:rPr lang="en-US" b="1" dirty="0" err="1"/>
              <a:t>ماست</a:t>
            </a:r>
            <a:r>
              <a:rPr lang="en-US" b="1" dirty="0"/>
              <a:t>.</a:t>
            </a:r>
          </a:p>
          <a:p>
            <a:pPr rtl="1"/>
            <a:r>
              <a:rPr lang="en-US" b="1" dirty="0" err="1"/>
              <a:t>هوشمندی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شخصی</a:t>
            </a:r>
            <a:r>
              <a:rPr lang="en-US" b="1" dirty="0"/>
              <a:t>، </a:t>
            </a:r>
            <a:r>
              <a:rPr lang="en-US" b="1" dirty="0" err="1"/>
              <a:t>مقصد</a:t>
            </a:r>
            <a:r>
              <a:rPr lang="en-US" b="1" dirty="0"/>
              <a:t> </a:t>
            </a:r>
            <a:r>
              <a:rPr lang="en-US" b="1" dirty="0" err="1"/>
              <a:t>ماست</a:t>
            </a:r>
            <a:r>
              <a:rPr lang="en-US" b="1" dirty="0"/>
              <a:t>.</a:t>
            </a:r>
            <a:endParaRPr lang="fa-IR" b="1" dirty="0"/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80720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23CE-6231-D345-643C-02B82F86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ACDC33-31B0-C192-D94A-007BDC66F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At GINKOVA, we believe the solution is not simply delivering healthier meals.</a:t>
            </a:r>
          </a:p>
          <a:p>
            <a:pPr algn="l"/>
            <a:r>
              <a:rPr lang="en-US" dirty="0"/>
              <a:t>The real solution is helping people make better health decisions every day.</a:t>
            </a:r>
          </a:p>
          <a:p>
            <a:pPr algn="l"/>
            <a:r>
              <a:rPr lang="en-US" dirty="0"/>
              <a:t>We are building an intelligent nutrition and health ecosystem that connects healthy food, artificial intelligence, and personalized health insights.</a:t>
            </a:r>
          </a:p>
          <a:p>
            <a:pPr algn="l"/>
            <a:r>
              <a:rPr lang="en-US" dirty="0"/>
              <a:t>Users can understand what they eat, discover meals that better match their needs, and gradually build healthier habits.</a:t>
            </a:r>
          </a:p>
          <a:p>
            <a:pPr algn="l"/>
            <a:r>
              <a:rPr lang="en-US" dirty="0"/>
              <a:t>Our first product is personalized healthy meals, but our long-term vision is much bigger.</a:t>
            </a:r>
          </a:p>
          <a:p>
            <a:pPr algn="l"/>
            <a:r>
              <a:rPr lang="en-US" dirty="0"/>
              <a:t>Food is our starting point. Personalized health intelligence is our destination.</a:t>
            </a:r>
          </a:p>
          <a:p>
            <a:endParaRPr lang="en-US" b="1" dirty="0"/>
          </a:p>
          <a:p>
            <a:pPr algn="r" rtl="1"/>
            <a:r>
              <a:rPr lang="en-US" dirty="0" err="1"/>
              <a:t>در</a:t>
            </a:r>
            <a:r>
              <a:rPr lang="en-US" dirty="0"/>
              <a:t> GINKOVA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معتقدیم</a:t>
            </a:r>
            <a:r>
              <a:rPr lang="en-US" dirty="0"/>
              <a:t> </a:t>
            </a:r>
            <a:r>
              <a:rPr lang="en-US" dirty="0" err="1"/>
              <a:t>راه‌حل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رساندن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دست</a:t>
            </a:r>
            <a:r>
              <a:rPr lang="en-US" dirty="0"/>
              <a:t> </a:t>
            </a:r>
            <a:r>
              <a:rPr lang="en-US" dirty="0" err="1"/>
              <a:t>مردم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راه‌حل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بهتری</a:t>
            </a:r>
            <a:r>
              <a:rPr lang="en-US" dirty="0"/>
              <a:t> </a:t>
            </a:r>
            <a:r>
              <a:rPr lang="en-US" dirty="0" err="1"/>
              <a:t>درباره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بگیرند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و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هستیم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،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و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یکدیگر</a:t>
            </a:r>
            <a:r>
              <a:rPr lang="en-US" dirty="0"/>
              <a:t> </a:t>
            </a:r>
            <a:r>
              <a:rPr lang="en-US" dirty="0" err="1"/>
              <a:t>متصل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بدانند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، </a:t>
            </a:r>
            <a:r>
              <a:rPr lang="en-US" dirty="0" err="1"/>
              <a:t>غذاهایی</a:t>
            </a:r>
            <a:r>
              <a:rPr lang="en-US" dirty="0"/>
              <a:t> </a:t>
            </a:r>
            <a:r>
              <a:rPr lang="en-US" dirty="0" err="1"/>
              <a:t>متناسب‌تر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شرایط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 و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مرور</a:t>
            </a:r>
            <a:r>
              <a:rPr lang="en-US" dirty="0"/>
              <a:t> </a:t>
            </a:r>
            <a:r>
              <a:rPr lang="en-US" dirty="0" err="1"/>
              <a:t>عادت‌های</a:t>
            </a:r>
            <a:r>
              <a:rPr lang="en-US" dirty="0"/>
              <a:t> </a:t>
            </a:r>
            <a:r>
              <a:rPr lang="en-US" dirty="0" err="1"/>
              <a:t>سالم‌تری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بسیار</a:t>
            </a:r>
            <a:r>
              <a:rPr lang="en-US" dirty="0"/>
              <a:t> </a:t>
            </a:r>
            <a:r>
              <a:rPr lang="en-US" dirty="0" err="1"/>
              <a:t>بزرگ‌تر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ماست</a:t>
            </a:r>
            <a:r>
              <a:rPr lang="en-US" dirty="0"/>
              <a:t>؛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مقصد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انسان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  <a:endParaRPr lang="fa-IR" dirty="0"/>
          </a:p>
          <a:p>
            <a:pPr algn="r" rtl="1"/>
            <a:endParaRPr lang="en-US" dirty="0"/>
          </a:p>
          <a:p>
            <a:pPr algn="r" rtl="1"/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GINKOVA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سرویس‌های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موجود</a:t>
            </a:r>
            <a:r>
              <a:rPr lang="en-US" dirty="0"/>
              <a:t> </a:t>
            </a:r>
            <a:r>
              <a:rPr lang="en-US" dirty="0" err="1"/>
              <a:t>متفاوت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؟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دهید</a:t>
            </a:r>
            <a:r>
              <a:rPr lang="en-US" dirty="0"/>
              <a:t> </a:t>
            </a:r>
            <a:r>
              <a:rPr lang="en-US" dirty="0" err="1"/>
              <a:t>رویکرد</a:t>
            </a:r>
            <a:r>
              <a:rPr lang="en-US" dirty="0"/>
              <a:t> </a:t>
            </a:r>
            <a:r>
              <a:rPr lang="en-US" dirty="0" err="1"/>
              <a:t>منحصربه‌فرد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بررسی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9219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A636-1898-F5B7-4443-91682697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9CC664-8359-FD2D-01B3-0BECCAEDC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55000" lnSpcReduction="20000"/>
          </a:bodyPr>
          <a:lstStyle/>
          <a:p>
            <a:pPr rtl="1"/>
            <a:r>
              <a:rPr lang="fa-IR" b="1" dirty="0"/>
              <a:t>برای خودم</a:t>
            </a:r>
          </a:p>
          <a:p>
            <a:pPr rtl="1"/>
            <a:r>
              <a:rPr lang="en-US" b="1" dirty="0" err="1"/>
              <a:t>سؤالات</a:t>
            </a:r>
            <a:r>
              <a:rPr lang="en-US" b="1" dirty="0"/>
              <a:t> </a:t>
            </a:r>
            <a:r>
              <a:rPr lang="en-US" b="1" dirty="0" err="1"/>
              <a:t>احتمالی</a:t>
            </a:r>
            <a:r>
              <a:rPr lang="en-US" b="1" dirty="0"/>
              <a:t> </a:t>
            </a:r>
            <a:r>
              <a:rPr lang="en-US" b="1" dirty="0" err="1"/>
              <a:t>سرمایه‌گذار</a:t>
            </a:r>
            <a:endParaRPr lang="en-US" b="1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۱:</a:t>
            </a:r>
          </a:p>
          <a:p>
            <a:pPr rtl="1"/>
            <a:r>
              <a:rPr lang="en-US" b="1" dirty="0" err="1"/>
              <a:t>چرا</a:t>
            </a:r>
            <a:r>
              <a:rPr lang="en-US" b="1" dirty="0"/>
              <a:t> </a:t>
            </a:r>
            <a:r>
              <a:rPr lang="en-US" b="1" dirty="0" err="1"/>
              <a:t>خودتان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تولید</a:t>
            </a:r>
            <a:r>
              <a:rPr lang="en-US" b="1" dirty="0"/>
              <a:t> </a:t>
            </a:r>
            <a:r>
              <a:rPr lang="en-US" b="1" dirty="0" err="1"/>
              <a:t>می‌کنید</a:t>
            </a:r>
            <a:r>
              <a:rPr lang="en-US" b="1" dirty="0"/>
              <a:t>؟ </a:t>
            </a:r>
            <a:r>
              <a:rPr lang="en-US" b="1" dirty="0" err="1"/>
              <a:t>چرا</a:t>
            </a:r>
            <a:r>
              <a:rPr lang="en-US" b="1" dirty="0"/>
              <a:t> </a:t>
            </a:r>
            <a:r>
              <a:rPr lang="en-US" b="1" dirty="0" err="1"/>
              <a:t>فقط</a:t>
            </a:r>
            <a:r>
              <a:rPr lang="en-US" b="1" dirty="0"/>
              <a:t>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اپلیکیشن</a:t>
            </a:r>
            <a:r>
              <a:rPr lang="en-US" b="1" dirty="0"/>
              <a:t> </a:t>
            </a:r>
            <a:r>
              <a:rPr lang="en-US" b="1" dirty="0" err="1"/>
              <a:t>پیشنهاد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نمی‌سازید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چون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مرحله</a:t>
            </a:r>
            <a:r>
              <a:rPr lang="en-US" dirty="0"/>
              <a:t> </a:t>
            </a:r>
            <a:r>
              <a:rPr lang="en-US" dirty="0" err="1"/>
              <a:t>اول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داریم</a:t>
            </a:r>
            <a:r>
              <a:rPr lang="en-US" dirty="0"/>
              <a:t> </a:t>
            </a:r>
            <a:r>
              <a:rPr lang="en-US" dirty="0" err="1"/>
              <a:t>کیفیت</a:t>
            </a:r>
            <a:r>
              <a:rPr lang="en-US" dirty="0"/>
              <a:t>،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و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کنترل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می‌توانیم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شرکای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نیز</a:t>
            </a:r>
            <a:r>
              <a:rPr lang="en-US" dirty="0"/>
              <a:t>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۲:</a:t>
            </a:r>
          </a:p>
          <a:p>
            <a:pPr rtl="1"/>
            <a:r>
              <a:rPr lang="en-US" b="1" dirty="0"/>
              <a:t>AI </a:t>
            </a:r>
            <a:r>
              <a:rPr lang="en-US" b="1" dirty="0" err="1"/>
              <a:t>دقیقاً</a:t>
            </a:r>
            <a:r>
              <a:rPr lang="en-US" b="1" dirty="0"/>
              <a:t> </a:t>
            </a:r>
            <a:r>
              <a:rPr lang="en-US" b="1" dirty="0" err="1"/>
              <a:t>چه</a:t>
            </a:r>
            <a:r>
              <a:rPr lang="en-US" b="1" dirty="0"/>
              <a:t> </a:t>
            </a:r>
            <a:r>
              <a:rPr lang="en-US" b="1" dirty="0" err="1"/>
              <a:t>کاری</a:t>
            </a:r>
            <a:r>
              <a:rPr lang="en-US" b="1" dirty="0"/>
              <a:t> </a:t>
            </a:r>
            <a:r>
              <a:rPr lang="en-US" b="1" dirty="0" err="1"/>
              <a:t>انجام</a:t>
            </a:r>
            <a:r>
              <a:rPr lang="en-US" b="1" dirty="0"/>
              <a:t> </a:t>
            </a:r>
            <a:r>
              <a:rPr lang="en-US" b="1" dirty="0" err="1"/>
              <a:t>می‌دهد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مراحل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، AI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پیشنهاد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و </a:t>
            </a:r>
            <a:r>
              <a:rPr lang="en-US" dirty="0" err="1"/>
              <a:t>ترجیحات</a:t>
            </a:r>
            <a:r>
              <a:rPr lang="en-US" dirty="0"/>
              <a:t> </a:t>
            </a:r>
            <a:r>
              <a:rPr lang="en-US" dirty="0" err="1"/>
              <a:t>او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.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مراحل</a:t>
            </a:r>
            <a:r>
              <a:rPr lang="en-US" dirty="0"/>
              <a:t> </a:t>
            </a:r>
            <a:r>
              <a:rPr lang="en-US" dirty="0" err="1"/>
              <a:t>بعد</a:t>
            </a:r>
            <a:r>
              <a:rPr lang="en-US" dirty="0"/>
              <a:t>، </a:t>
            </a:r>
            <a:r>
              <a:rPr lang="en-US" dirty="0" err="1"/>
              <a:t>تحلیل</a:t>
            </a:r>
            <a:r>
              <a:rPr lang="en-US" dirty="0"/>
              <a:t> </a:t>
            </a:r>
            <a:r>
              <a:rPr lang="en-US" dirty="0" err="1"/>
              <a:t>رفتار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،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پیشگیرانه</a:t>
            </a:r>
            <a:r>
              <a:rPr lang="en-US" dirty="0"/>
              <a:t> و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خواهد</a:t>
            </a:r>
            <a:r>
              <a:rPr lang="en-US" dirty="0"/>
              <a:t> </a:t>
            </a:r>
            <a:r>
              <a:rPr lang="en-US" dirty="0" err="1"/>
              <a:t>یافت</a:t>
            </a:r>
            <a:r>
              <a:rPr lang="en-US" dirty="0"/>
              <a:t>.</a:t>
            </a:r>
          </a:p>
          <a:p>
            <a:pPr rtl="1"/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۳: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شما</a:t>
            </a:r>
            <a:r>
              <a:rPr lang="en-US" b="1" dirty="0"/>
              <a:t> </a:t>
            </a:r>
            <a:r>
              <a:rPr lang="en-US" b="1" dirty="0" err="1"/>
              <a:t>ادعای</a:t>
            </a:r>
            <a:r>
              <a:rPr lang="en-US" b="1" dirty="0"/>
              <a:t> </a:t>
            </a:r>
            <a:r>
              <a:rPr lang="en-US" b="1" dirty="0" err="1"/>
              <a:t>درمان</a:t>
            </a:r>
            <a:r>
              <a:rPr lang="en-US" b="1" dirty="0"/>
              <a:t> </a:t>
            </a:r>
            <a:r>
              <a:rPr lang="en-US" b="1" dirty="0" err="1"/>
              <a:t>بیماری</a:t>
            </a:r>
            <a:r>
              <a:rPr lang="en-US" b="1" dirty="0"/>
              <a:t> </a:t>
            </a:r>
            <a:r>
              <a:rPr lang="en-US" b="1" dirty="0" err="1"/>
              <a:t>دارید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خیر</a:t>
            </a:r>
            <a:r>
              <a:rPr lang="en-US" dirty="0"/>
              <a:t>. GINKOVA </a:t>
            </a:r>
            <a:r>
              <a:rPr lang="en-US" dirty="0" err="1"/>
              <a:t>جایگزین</a:t>
            </a:r>
            <a:r>
              <a:rPr lang="en-US" dirty="0"/>
              <a:t> </a:t>
            </a:r>
            <a:r>
              <a:rPr lang="en-US" dirty="0" err="1"/>
              <a:t>پزشک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درمان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 </a:t>
            </a:r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انتخاب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و </a:t>
            </a:r>
            <a:r>
              <a:rPr lang="en-US" dirty="0" err="1"/>
              <a:t>حمایت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سبک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سالم‌تر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rtl="1"/>
            <a:endParaRPr lang="en-US" dirty="0"/>
          </a:p>
          <a:p>
            <a:pPr rtl="1"/>
            <a:r>
              <a:rPr lang="en-US" dirty="0" err="1"/>
              <a:t>حمیدجان</a:t>
            </a:r>
            <a:r>
              <a:rPr lang="en-US" dirty="0"/>
              <a:t>،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نظر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اسلاید</a:t>
            </a:r>
            <a:r>
              <a:rPr lang="en-US" dirty="0"/>
              <a:t> ۴ </a:t>
            </a:r>
            <a:r>
              <a:rPr lang="en-US" dirty="0" err="1"/>
              <a:t>یکی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اسلایدهای</a:t>
            </a:r>
            <a:r>
              <a:rPr lang="en-US" dirty="0"/>
              <a:t> </a:t>
            </a:r>
            <a:r>
              <a:rPr lang="en-US" dirty="0" err="1"/>
              <a:t>کلیدی</a:t>
            </a:r>
            <a:r>
              <a:rPr lang="en-US" dirty="0"/>
              <a:t> </a:t>
            </a:r>
            <a:r>
              <a:rPr lang="en-US" dirty="0" err="1"/>
              <a:t>کل</a:t>
            </a:r>
            <a:r>
              <a:rPr lang="en-US" dirty="0"/>
              <a:t> Pitch </a:t>
            </a:r>
            <a:r>
              <a:rPr lang="en-US" dirty="0" err="1"/>
              <a:t>است</a:t>
            </a:r>
            <a:r>
              <a:rPr lang="en-US" dirty="0"/>
              <a:t>، </a:t>
            </a:r>
            <a:r>
              <a:rPr lang="en-US" dirty="0" err="1"/>
              <a:t>چون</a:t>
            </a:r>
            <a:r>
              <a:rPr lang="en-US" dirty="0"/>
              <a:t>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همان</a:t>
            </a:r>
            <a:r>
              <a:rPr lang="en-US" dirty="0"/>
              <a:t> </a:t>
            </a:r>
            <a:r>
              <a:rPr lang="en-US" dirty="0" err="1"/>
              <a:t>لحظه‌ای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سرمایه‌گذار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می‌پرسد</a:t>
            </a:r>
            <a:r>
              <a:rPr lang="en-US" dirty="0"/>
              <a:t>:</a:t>
            </a:r>
          </a:p>
          <a:p>
            <a:pPr rtl="1"/>
            <a:r>
              <a:rPr lang="en-US" b="1" dirty="0"/>
              <a:t>"</a:t>
            </a:r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فقط</a:t>
            </a:r>
            <a:r>
              <a:rPr lang="en-US" b="1" dirty="0"/>
              <a:t>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کسب‌وکار</a:t>
            </a:r>
            <a:r>
              <a:rPr lang="en-US" b="1" dirty="0"/>
              <a:t> </a:t>
            </a:r>
            <a:r>
              <a:rPr lang="en-US" b="1" dirty="0" err="1"/>
              <a:t>غذاست</a:t>
            </a:r>
            <a:r>
              <a:rPr lang="en-US" b="1" dirty="0"/>
              <a:t> </a:t>
            </a:r>
            <a:r>
              <a:rPr lang="en-US" b="1" dirty="0" err="1"/>
              <a:t>یا</a:t>
            </a:r>
            <a:r>
              <a:rPr lang="en-US" b="1" dirty="0"/>
              <a:t>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شرکت</a:t>
            </a:r>
            <a:r>
              <a:rPr lang="en-US" b="1" dirty="0"/>
              <a:t> </a:t>
            </a:r>
            <a:r>
              <a:rPr lang="en-US" b="1" dirty="0" err="1"/>
              <a:t>بزرگ‌تر</a:t>
            </a:r>
            <a:r>
              <a:rPr lang="en-US" b="1" dirty="0"/>
              <a:t>؟"</a:t>
            </a:r>
            <a:endParaRPr lang="en-US" dirty="0"/>
          </a:p>
          <a:p>
            <a:pPr rtl="1"/>
            <a:r>
              <a:rPr lang="en-US" dirty="0"/>
              <a:t>و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اسلاید</a:t>
            </a:r>
            <a:r>
              <a:rPr lang="en-US" dirty="0"/>
              <a:t>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پاسخ</a:t>
            </a:r>
            <a:r>
              <a:rPr lang="en-US" dirty="0"/>
              <a:t> </a:t>
            </a:r>
            <a:r>
              <a:rPr lang="en-US" dirty="0" err="1"/>
              <a:t>دهد</a:t>
            </a:r>
            <a:r>
              <a:rPr lang="en-US" dirty="0"/>
              <a:t>:</a:t>
            </a:r>
          </a:p>
          <a:p>
            <a:pPr rtl="1"/>
            <a:r>
              <a:rPr lang="en-US" b="1" dirty="0"/>
              <a:t>GINKOVA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شرکت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هوشمند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 </a:t>
            </a:r>
            <a:r>
              <a:rPr lang="en-US" b="1" dirty="0" err="1"/>
              <a:t>که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شروع</a:t>
            </a:r>
            <a:r>
              <a:rPr lang="en-US" b="1" dirty="0"/>
              <a:t> </a:t>
            </a:r>
            <a:r>
              <a:rPr lang="en-US" b="1" dirty="0" err="1"/>
              <a:t>کرده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388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1689B-A28A-611C-85A9-9D474508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F3EC-4FDC-1564-A475-6F1BC2819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 &amp; Product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B5D86-A627-6B97-0502-D447337BEB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rtl="1"/>
            <a:r>
              <a:rPr lang="fa-IR" dirty="0"/>
              <a:t>شرکت اسمارت </a:t>
            </a:r>
            <a:r>
              <a:rPr lang="en-US" dirty="0"/>
              <a:t>AI</a:t>
            </a:r>
            <a:r>
              <a:rPr lang="fa-IR" dirty="0"/>
              <a:t> سیستم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153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0FE6A-B113-6EFC-7D17-B1149FC8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32E79D-C322-FF91-054C-E1130EE6C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63379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Why GINKOVA Is Different?</a:t>
            </a:r>
          </a:p>
          <a:p>
            <a:r>
              <a:rPr lang="en-US" b="1" dirty="0"/>
              <a:t>A Restaurant Sells Food.</a:t>
            </a:r>
          </a:p>
          <a:p>
            <a:r>
              <a:rPr lang="en-US" b="1" dirty="0"/>
              <a:t>GINKOVA Builds Health Intelligence.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Traditional Food Services:</a:t>
            </a:r>
          </a:p>
          <a:p>
            <a:r>
              <a:rPr lang="en-US" dirty="0"/>
              <a:t>❌ Focus on taste, price, and delivery speed</a:t>
            </a:r>
            <a:br>
              <a:rPr lang="en-US" dirty="0"/>
            </a:br>
            <a:r>
              <a:rPr lang="en-US" dirty="0"/>
              <a:t>❌ Same meals for everyone</a:t>
            </a:r>
            <a:br>
              <a:rPr lang="en-US" dirty="0"/>
            </a:br>
            <a:r>
              <a:rPr lang="en-US" dirty="0"/>
              <a:t>❌ Limited nutritional transparency</a:t>
            </a:r>
            <a:br>
              <a:rPr lang="en-US" dirty="0"/>
            </a:br>
            <a:r>
              <a:rPr lang="en-US" dirty="0"/>
              <a:t>❌ No understanding of individual health needs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GINKOVA:</a:t>
            </a:r>
          </a:p>
          <a:p>
            <a:r>
              <a:rPr lang="en-US" dirty="0"/>
              <a:t>✅ Personalized nutrition experience</a:t>
            </a:r>
            <a:br>
              <a:rPr lang="en-US" dirty="0"/>
            </a:br>
            <a:r>
              <a:rPr lang="en-US" dirty="0"/>
              <a:t>✅ Transparent food information</a:t>
            </a:r>
            <a:br>
              <a:rPr lang="en-US" dirty="0"/>
            </a:br>
            <a:r>
              <a:rPr lang="en-US" dirty="0"/>
              <a:t>✅ Health-aware meal recommendations</a:t>
            </a:r>
            <a:br>
              <a:rPr lang="en-US" dirty="0"/>
            </a:br>
            <a:r>
              <a:rPr lang="en-US" dirty="0"/>
              <a:t>✅ AI-powered future health intelligence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We don't just deliver meals.</a:t>
            </a:r>
          </a:p>
          <a:p>
            <a:r>
              <a:rPr lang="en-US" b="1" dirty="0"/>
              <a:t>We deliver better health decisions.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Now that we understand why GINKOVA is different, let's look at our first product and how users experience it.</a:t>
            </a:r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9401B536-20EE-DFDF-C3ED-EA213D4D6731}"/>
              </a:ext>
            </a:extLst>
          </p:cNvPr>
          <p:cNvSpPr/>
          <p:nvPr/>
        </p:nvSpPr>
        <p:spPr>
          <a:xfrm>
            <a:off x="241539" y="109268"/>
            <a:ext cx="2248619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/>
              <a:t>5</a:t>
            </a:r>
            <a:endParaRPr lang="en-US" dirty="0"/>
          </a:p>
          <a:p>
            <a:pPr algn="ctr"/>
            <a:r>
              <a:rPr lang="en-US" dirty="0"/>
              <a:t>Why GINKOVA Is Different</a:t>
            </a:r>
          </a:p>
        </p:txBody>
      </p:sp>
    </p:spTree>
    <p:extLst>
      <p:ext uri="{BB962C8B-B14F-4D97-AF65-F5344CB8AC3E}">
        <p14:creationId xmlns:p14="http://schemas.microsoft.com/office/powerpoint/2010/main" val="2782227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3385E-B65A-DAB8-CC82-01FE8E422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4C454B-EFE0-CC7C-ED82-3E6A4C0DE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pPr rtl="1"/>
            <a:r>
              <a:rPr lang="fa-IR" b="1" dirty="0"/>
              <a:t>ترجمه</a:t>
            </a:r>
          </a:p>
          <a:p>
            <a:pPr rtl="1"/>
            <a:r>
              <a:rPr lang="en-US" b="1" dirty="0" err="1"/>
              <a:t>چرا</a:t>
            </a:r>
            <a:r>
              <a:rPr lang="en-US" b="1" dirty="0"/>
              <a:t> GINKOVA </a:t>
            </a:r>
            <a:r>
              <a:rPr lang="en-US" b="1" dirty="0" err="1"/>
              <a:t>متفاوت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؟</a:t>
            </a:r>
          </a:p>
          <a:p>
            <a:pPr rtl="1"/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رستوران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می‌فروشد</a:t>
            </a:r>
            <a:r>
              <a:rPr lang="en-US" b="1" dirty="0"/>
              <a:t>.</a:t>
            </a:r>
          </a:p>
          <a:p>
            <a:pPr rtl="1"/>
            <a:r>
              <a:rPr lang="en-US" b="1" dirty="0"/>
              <a:t>GINKOVA </a:t>
            </a:r>
            <a:r>
              <a:rPr lang="en-US" b="1" dirty="0" err="1"/>
              <a:t>هوشمندی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ایجاد</a:t>
            </a:r>
            <a:r>
              <a:rPr lang="en-US" b="1" dirty="0"/>
              <a:t> </a:t>
            </a:r>
            <a:r>
              <a:rPr lang="en-US" b="1" dirty="0" err="1"/>
              <a:t>می‌کند</a:t>
            </a:r>
            <a:r>
              <a:rPr lang="en-US" b="1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خدمات</a:t>
            </a:r>
            <a:r>
              <a:rPr lang="en-US" b="1" dirty="0"/>
              <a:t> </a:t>
            </a:r>
            <a:r>
              <a:rPr lang="en-US" b="1" dirty="0" err="1"/>
              <a:t>غذایی</a:t>
            </a:r>
            <a:r>
              <a:rPr lang="en-US" b="1" dirty="0"/>
              <a:t> </a:t>
            </a:r>
            <a:r>
              <a:rPr lang="en-US" b="1" dirty="0" err="1"/>
              <a:t>سنتی</a:t>
            </a:r>
            <a:r>
              <a:rPr lang="en-US" b="1" dirty="0"/>
              <a:t>:</a:t>
            </a:r>
          </a:p>
          <a:p>
            <a:pPr rtl="1"/>
            <a:r>
              <a:rPr lang="en-US" dirty="0"/>
              <a:t>❌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طعم</a:t>
            </a:r>
            <a:r>
              <a:rPr lang="en-US" dirty="0"/>
              <a:t>، </a:t>
            </a:r>
            <a:r>
              <a:rPr lang="en-US" dirty="0" err="1"/>
              <a:t>قیمت</a:t>
            </a:r>
            <a:r>
              <a:rPr lang="en-US" dirty="0"/>
              <a:t> و </a:t>
            </a:r>
            <a:r>
              <a:rPr lang="en-US" dirty="0" err="1"/>
              <a:t>سرعت</a:t>
            </a:r>
            <a:r>
              <a:rPr lang="en-US" dirty="0"/>
              <a:t> </a:t>
            </a:r>
            <a:r>
              <a:rPr lang="en-US" dirty="0" err="1"/>
              <a:t>ارسال</a:t>
            </a:r>
            <a:br>
              <a:rPr lang="en-US" dirty="0"/>
            </a:br>
            <a:r>
              <a:rPr lang="en-US" dirty="0"/>
              <a:t>❌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یکسان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 </a:t>
            </a:r>
            <a:r>
              <a:rPr lang="en-US" dirty="0" err="1"/>
              <a:t>افراد</a:t>
            </a:r>
            <a:br>
              <a:rPr lang="en-US" dirty="0"/>
            </a:br>
            <a:r>
              <a:rPr lang="en-US" dirty="0"/>
              <a:t>❌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محدود</a:t>
            </a:r>
            <a:r>
              <a:rPr lang="en-US" dirty="0"/>
              <a:t> </a:t>
            </a:r>
            <a:r>
              <a:rPr lang="en-US" dirty="0" err="1"/>
              <a:t>درباره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غذایی</a:t>
            </a:r>
            <a:br>
              <a:rPr lang="en-US" dirty="0"/>
            </a:br>
            <a:r>
              <a:rPr lang="en-US" dirty="0"/>
              <a:t>❌ </a:t>
            </a:r>
            <a:r>
              <a:rPr lang="en-US" dirty="0" err="1"/>
              <a:t>عدم</a:t>
            </a:r>
            <a:r>
              <a:rPr lang="en-US" dirty="0"/>
              <a:t> </a:t>
            </a:r>
            <a:r>
              <a:rPr lang="en-US" dirty="0" err="1"/>
              <a:t>توجه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فرد</a:t>
            </a:r>
            <a:endParaRPr lang="en-US" dirty="0"/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/>
              <a:t>GINKOVA:</a:t>
            </a:r>
          </a:p>
          <a:p>
            <a:pPr rtl="1"/>
            <a:r>
              <a:rPr lang="en-US" dirty="0"/>
              <a:t>✅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br>
              <a:rPr lang="en-US" dirty="0"/>
            </a:br>
            <a:r>
              <a:rPr lang="en-US" dirty="0"/>
              <a:t>✅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شفاف</a:t>
            </a:r>
            <a:r>
              <a:rPr lang="en-US" dirty="0"/>
              <a:t> </a:t>
            </a:r>
            <a:r>
              <a:rPr lang="en-US" dirty="0" err="1"/>
              <a:t>غذایی</a:t>
            </a:r>
            <a:br>
              <a:rPr lang="en-US" dirty="0"/>
            </a:br>
            <a:r>
              <a:rPr lang="en-US" dirty="0"/>
              <a:t>✅ </a:t>
            </a:r>
            <a:r>
              <a:rPr lang="en-US" dirty="0" err="1"/>
              <a:t>پیشنهاد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توجه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شرایط</a:t>
            </a:r>
            <a:r>
              <a:rPr lang="en-US" dirty="0"/>
              <a:t> </a:t>
            </a:r>
            <a:r>
              <a:rPr lang="en-US" dirty="0" err="1"/>
              <a:t>سلامت</a:t>
            </a:r>
            <a:br>
              <a:rPr lang="en-US" dirty="0"/>
            </a:br>
            <a:r>
              <a:rPr lang="en-US" dirty="0"/>
              <a:t>✅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مبتنی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آینده</a:t>
            </a:r>
            <a:endParaRPr lang="en-US" dirty="0"/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ما</a:t>
            </a:r>
            <a:r>
              <a:rPr lang="en-US" b="1" dirty="0"/>
              <a:t> </a:t>
            </a:r>
            <a:r>
              <a:rPr lang="en-US" b="1" dirty="0" err="1"/>
              <a:t>فقط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ارسال</a:t>
            </a:r>
            <a:r>
              <a:rPr lang="en-US" b="1" dirty="0"/>
              <a:t> </a:t>
            </a:r>
            <a:r>
              <a:rPr lang="en-US" b="1" dirty="0" err="1"/>
              <a:t>نمی‌کنیم</a:t>
            </a:r>
            <a:r>
              <a:rPr lang="en-US" b="1" dirty="0"/>
              <a:t>.</a:t>
            </a:r>
          </a:p>
          <a:p>
            <a:pPr rtl="1"/>
            <a:r>
              <a:rPr lang="en-US" b="1" dirty="0" err="1"/>
              <a:t>ما</a:t>
            </a:r>
            <a:r>
              <a:rPr lang="en-US" b="1" dirty="0"/>
              <a:t> </a:t>
            </a:r>
            <a:r>
              <a:rPr lang="en-US" b="1" dirty="0" err="1"/>
              <a:t>تصمیم‌های</a:t>
            </a:r>
            <a:r>
              <a:rPr lang="en-US" b="1" dirty="0"/>
              <a:t> </a:t>
            </a:r>
            <a:r>
              <a:rPr lang="en-US" b="1" dirty="0" err="1"/>
              <a:t>بهتر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ارائه</a:t>
            </a:r>
            <a:r>
              <a:rPr lang="en-US" b="1" dirty="0"/>
              <a:t> </a:t>
            </a:r>
            <a:r>
              <a:rPr lang="en-US" b="1" dirty="0" err="1"/>
              <a:t>می‌کنیم</a:t>
            </a:r>
            <a:r>
              <a:rPr lang="en-US" b="1" dirty="0"/>
              <a:t>.</a:t>
            </a:r>
            <a:endParaRPr lang="fa-IR" b="1" dirty="0"/>
          </a:p>
          <a:p>
            <a:pPr rtl="1"/>
            <a:endParaRPr lang="fa-IR" b="1" dirty="0"/>
          </a:p>
          <a:p>
            <a:pPr rtl="1"/>
            <a:r>
              <a:rPr lang="en-US" dirty="0" err="1"/>
              <a:t>اکنون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تفاوت</a:t>
            </a:r>
            <a:r>
              <a:rPr lang="en-US" dirty="0"/>
              <a:t> GINKOVA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مشخص</a:t>
            </a:r>
            <a:r>
              <a:rPr lang="en-US" dirty="0"/>
              <a:t> </a:t>
            </a:r>
            <a:r>
              <a:rPr lang="en-US" dirty="0" err="1"/>
              <a:t>کردیم</a:t>
            </a:r>
            <a:r>
              <a:rPr lang="en-US" dirty="0"/>
              <a:t>،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دهید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 و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بررسی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6207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874F-BBBB-FC54-BA15-DC7C198C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C4FDD6-0DA5-2602-B050-01A3C4579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337500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One of the most important questions is: what makes GINKOVA different from existing healthy food services?</a:t>
            </a:r>
          </a:p>
          <a:p>
            <a:pPr algn="l"/>
            <a:r>
              <a:rPr lang="en-US" dirty="0"/>
              <a:t>The answer is simple:</a:t>
            </a:r>
          </a:p>
          <a:p>
            <a:pPr algn="l"/>
            <a:r>
              <a:rPr lang="en-US" dirty="0"/>
              <a:t>A restaurant provides meals. GINKOVA builds health intelligence around nutrition.</a:t>
            </a:r>
          </a:p>
          <a:p>
            <a:pPr algn="l"/>
            <a:r>
              <a:rPr lang="en-US" dirty="0"/>
              <a:t>Traditional food businesses usually focus on taste, price, and delivery speed. These are important, but they do not answer the most important question for many people:</a:t>
            </a:r>
          </a:p>
          <a:p>
            <a:pPr algn="l"/>
            <a:r>
              <a:rPr lang="en-US" dirty="0"/>
              <a:t>"Is this food right for me?"</a:t>
            </a:r>
          </a:p>
          <a:p>
            <a:pPr algn="l"/>
            <a:r>
              <a:rPr lang="en-US" dirty="0"/>
              <a:t>GINKOVA focuses on personalization and transparency.</a:t>
            </a:r>
          </a:p>
          <a:p>
            <a:pPr algn="l"/>
            <a:r>
              <a:rPr lang="en-US" dirty="0"/>
              <a:t>We help users understand what they eat and gradually provide smarter recommendations based on their health goals and preferences.</a:t>
            </a:r>
          </a:p>
          <a:p>
            <a:pPr algn="l"/>
            <a:r>
              <a:rPr lang="en-US" dirty="0"/>
              <a:t>Our long-term advantage is not only the food itself, but the intelligence layer built around food, health data, and user behavior.</a:t>
            </a:r>
          </a:p>
          <a:p>
            <a:endParaRPr lang="en-US" dirty="0"/>
          </a:p>
          <a:p>
            <a:pPr algn="r" rtl="1"/>
            <a:r>
              <a:rPr lang="en-US" dirty="0" err="1"/>
              <a:t>یکی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مهم‌ترین</a:t>
            </a:r>
            <a:r>
              <a:rPr lang="en-US" dirty="0"/>
              <a:t> </a:t>
            </a:r>
            <a:r>
              <a:rPr lang="en-US" dirty="0" err="1"/>
              <a:t>سؤال‌ها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:</a:t>
            </a:r>
          </a:p>
          <a:p>
            <a:pPr algn="r" rtl="1"/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GINKOVA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سرویس‌های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موجود</a:t>
            </a:r>
            <a:r>
              <a:rPr lang="en-US" dirty="0"/>
              <a:t> </a:t>
            </a:r>
            <a:r>
              <a:rPr lang="en-US" dirty="0" err="1"/>
              <a:t>متفاوت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؟</a:t>
            </a:r>
          </a:p>
          <a:p>
            <a:pPr algn="r" rtl="1"/>
            <a:r>
              <a:rPr lang="en-US" dirty="0" err="1"/>
              <a:t>پاسخ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:</a:t>
            </a:r>
          </a:p>
          <a:p>
            <a:pPr algn="r" rtl="1"/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رستوران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GINKOVA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حوزه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کسب‌وکارهای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سنتی</a:t>
            </a:r>
            <a:r>
              <a:rPr lang="en-US" dirty="0"/>
              <a:t> </a:t>
            </a:r>
            <a:r>
              <a:rPr lang="en-US" dirty="0" err="1"/>
              <a:t>معمولاً</a:t>
            </a:r>
            <a:r>
              <a:rPr lang="en-US" dirty="0"/>
              <a:t>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dirty="0" err="1"/>
              <a:t>طعم</a:t>
            </a:r>
            <a:r>
              <a:rPr lang="en-US" dirty="0"/>
              <a:t>، </a:t>
            </a:r>
            <a:r>
              <a:rPr lang="en-US" dirty="0" err="1"/>
              <a:t>قیمت</a:t>
            </a:r>
            <a:r>
              <a:rPr lang="en-US" dirty="0"/>
              <a:t> و </a:t>
            </a:r>
            <a:r>
              <a:rPr lang="en-US" dirty="0" err="1"/>
              <a:t>سرعت</a:t>
            </a:r>
            <a:r>
              <a:rPr lang="en-US" dirty="0"/>
              <a:t> </a:t>
            </a:r>
            <a:r>
              <a:rPr lang="en-US" dirty="0" err="1"/>
              <a:t>ارسال</a:t>
            </a:r>
            <a:r>
              <a:rPr lang="en-US" dirty="0"/>
              <a:t>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موارد</a:t>
            </a:r>
            <a:r>
              <a:rPr lang="en-US" dirty="0"/>
              <a:t> </a:t>
            </a:r>
            <a:r>
              <a:rPr lang="en-US" dirty="0" err="1"/>
              <a:t>مهم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مهم‌ترین</a:t>
            </a:r>
            <a:r>
              <a:rPr lang="en-US" dirty="0"/>
              <a:t> </a:t>
            </a:r>
            <a:r>
              <a:rPr lang="en-US" dirty="0" err="1"/>
              <a:t>سؤال</a:t>
            </a:r>
            <a:r>
              <a:rPr lang="en-US" dirty="0"/>
              <a:t> </a:t>
            </a:r>
            <a:r>
              <a:rPr lang="en-US" dirty="0" err="1"/>
              <a:t>بسیاری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پاسخ</a:t>
            </a:r>
            <a:r>
              <a:rPr lang="en-US" dirty="0"/>
              <a:t> </a:t>
            </a:r>
            <a:r>
              <a:rPr lang="en-US" dirty="0" err="1"/>
              <a:t>نمی‌دهند</a:t>
            </a:r>
            <a:r>
              <a:rPr lang="en-US" dirty="0"/>
              <a:t>:</a:t>
            </a:r>
          </a:p>
          <a:p>
            <a:pPr algn="r" rtl="1"/>
            <a:r>
              <a:rPr lang="en-US" dirty="0"/>
              <a:t>«</a:t>
            </a:r>
            <a:r>
              <a:rPr lang="en-US" dirty="0" err="1"/>
              <a:t>آیا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؟»</a:t>
            </a:r>
          </a:p>
          <a:p>
            <a:pPr algn="r" rtl="1"/>
            <a:r>
              <a:rPr lang="en-US" dirty="0"/>
              <a:t>GINKOVA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شخصی‌سازی</a:t>
            </a:r>
            <a:r>
              <a:rPr lang="en-US" dirty="0"/>
              <a:t> و </a:t>
            </a:r>
            <a:r>
              <a:rPr lang="en-US" dirty="0" err="1"/>
              <a:t>شفافیت</a:t>
            </a:r>
            <a:r>
              <a:rPr lang="en-US" dirty="0"/>
              <a:t>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دارد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 </a:t>
            </a:r>
            <a:r>
              <a:rPr lang="en-US" dirty="0" err="1"/>
              <a:t>بدانند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 و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طول</a:t>
            </a:r>
            <a:r>
              <a:rPr lang="en-US" dirty="0"/>
              <a:t> </a:t>
            </a:r>
            <a:r>
              <a:rPr lang="en-US" dirty="0" err="1"/>
              <a:t>زمان</a:t>
            </a:r>
            <a:r>
              <a:rPr lang="en-US" dirty="0"/>
              <a:t>،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هوشمندتری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ترجیحات</a:t>
            </a:r>
            <a:r>
              <a:rPr lang="en-US" dirty="0"/>
              <a:t> </a:t>
            </a:r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دهیم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مزیت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؛ </a:t>
            </a:r>
            <a:r>
              <a:rPr lang="en-US" dirty="0" err="1"/>
              <a:t>بلکه</a:t>
            </a:r>
            <a:r>
              <a:rPr lang="en-US" dirty="0"/>
              <a:t> </a:t>
            </a:r>
            <a:r>
              <a:rPr lang="en-US" dirty="0" err="1"/>
              <a:t>لایه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،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رفتار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ساخته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284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4F84-EFCF-DAB9-1F43-508685DA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2F56EC-DF3C-9204-D704-C50EE886B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47500" lnSpcReduction="20000"/>
          </a:bodyPr>
          <a:lstStyle/>
          <a:p>
            <a:pPr rtl="1"/>
            <a:r>
              <a:rPr lang="fa-IR" b="1" dirty="0"/>
              <a:t>برای خودم</a:t>
            </a:r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۱: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شرکت‌های</a:t>
            </a:r>
            <a:r>
              <a:rPr lang="en-US" b="1" dirty="0"/>
              <a:t> </a:t>
            </a:r>
            <a:r>
              <a:rPr lang="en-US" b="1" dirty="0" err="1"/>
              <a:t>بزرگ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نمی‌توانند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کار</a:t>
            </a:r>
            <a:r>
              <a:rPr lang="en-US" b="1" dirty="0"/>
              <a:t>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انجام</a:t>
            </a:r>
            <a:r>
              <a:rPr lang="en-US" b="1" dirty="0"/>
              <a:t> </a:t>
            </a:r>
            <a:r>
              <a:rPr lang="en-US" b="1" dirty="0" err="1"/>
              <a:t>دهند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شرکت‌های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تولید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مبتنی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داده</a:t>
            </a:r>
            <a:r>
              <a:rPr lang="en-US" dirty="0"/>
              <a:t> و </a:t>
            </a:r>
            <a:r>
              <a:rPr lang="en-US" dirty="0" err="1"/>
              <a:t>شخصی‌سازی</a:t>
            </a:r>
            <a:r>
              <a:rPr lang="en-US" dirty="0"/>
              <a:t> </a:t>
            </a:r>
            <a:r>
              <a:rPr lang="en-US" dirty="0" err="1"/>
              <a:t>نیازمند</a:t>
            </a:r>
            <a:r>
              <a:rPr lang="en-US" dirty="0"/>
              <a:t> </a:t>
            </a:r>
            <a:r>
              <a:rPr lang="en-US" dirty="0" err="1"/>
              <a:t>ترکیب</a:t>
            </a:r>
            <a:r>
              <a:rPr lang="en-US" dirty="0"/>
              <a:t> </a:t>
            </a:r>
            <a:r>
              <a:rPr lang="en-US" dirty="0" err="1"/>
              <a:t>فناوری</a:t>
            </a:r>
            <a:r>
              <a:rPr lang="en-US" dirty="0"/>
              <a:t>، AI و </a:t>
            </a:r>
            <a:r>
              <a:rPr lang="en-US" dirty="0" err="1"/>
              <a:t>شناخت</a:t>
            </a:r>
            <a:r>
              <a:rPr lang="en-US" dirty="0"/>
              <a:t> </a:t>
            </a:r>
            <a:r>
              <a:rPr lang="en-US" dirty="0" err="1"/>
              <a:t>عمیق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۲:</a:t>
            </a:r>
          </a:p>
          <a:p>
            <a:pPr rtl="1"/>
            <a:r>
              <a:rPr lang="en-US" b="1" dirty="0" err="1"/>
              <a:t>مزیت</a:t>
            </a:r>
            <a:r>
              <a:rPr lang="en-US" b="1" dirty="0"/>
              <a:t> </a:t>
            </a:r>
            <a:r>
              <a:rPr lang="en-US" b="1" dirty="0" err="1"/>
              <a:t>رقابتی</a:t>
            </a:r>
            <a:r>
              <a:rPr lang="en-US" b="1" dirty="0"/>
              <a:t> </a:t>
            </a:r>
            <a:r>
              <a:rPr lang="en-US" b="1" dirty="0" err="1"/>
              <a:t>شما</a:t>
            </a:r>
            <a:r>
              <a:rPr lang="en-US" b="1" dirty="0"/>
              <a:t>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ماه</a:t>
            </a:r>
            <a:r>
              <a:rPr lang="en-US" b="1" dirty="0"/>
              <a:t> </a:t>
            </a:r>
            <a:r>
              <a:rPr lang="en-US" b="1" dirty="0" err="1"/>
              <a:t>اول</a:t>
            </a:r>
            <a:r>
              <a:rPr lang="en-US" b="1" dirty="0"/>
              <a:t> </a:t>
            </a:r>
            <a:r>
              <a:rPr lang="en-US" b="1" dirty="0" err="1"/>
              <a:t>چیست</a:t>
            </a:r>
            <a:r>
              <a:rPr lang="en-US" b="1" dirty="0"/>
              <a:t>؟ </a:t>
            </a:r>
            <a:r>
              <a:rPr lang="en-US" b="1" dirty="0" err="1"/>
              <a:t>قبل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اینکه</a:t>
            </a:r>
            <a:r>
              <a:rPr lang="en-US" b="1" dirty="0"/>
              <a:t> AI </a:t>
            </a:r>
            <a:r>
              <a:rPr lang="en-US" b="1" dirty="0" err="1"/>
              <a:t>توسعه</a:t>
            </a:r>
            <a:r>
              <a:rPr lang="en-US" b="1" dirty="0"/>
              <a:t> </a:t>
            </a:r>
            <a:r>
              <a:rPr lang="en-US" b="1" dirty="0" err="1"/>
              <a:t>پیدا</a:t>
            </a:r>
            <a:r>
              <a:rPr lang="en-US" b="1" dirty="0"/>
              <a:t> </a:t>
            </a:r>
            <a:r>
              <a:rPr lang="en-US" b="1" dirty="0" err="1"/>
              <a:t>کند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ابتدا</a:t>
            </a:r>
            <a:r>
              <a:rPr lang="en-US" dirty="0"/>
              <a:t> </a:t>
            </a:r>
            <a:r>
              <a:rPr lang="en-US" dirty="0" err="1"/>
              <a:t>مزیت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کیفیت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،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شفاف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،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و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تخصصی</a:t>
            </a:r>
            <a:r>
              <a:rPr lang="en-US" dirty="0"/>
              <a:t>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AI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طول</a:t>
            </a:r>
            <a:r>
              <a:rPr lang="en-US" dirty="0"/>
              <a:t> </a:t>
            </a:r>
            <a:r>
              <a:rPr lang="en-US" dirty="0" err="1"/>
              <a:t>زمان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جمع‌آوری</a:t>
            </a:r>
            <a:r>
              <a:rPr lang="en-US" dirty="0"/>
              <a:t>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، </a:t>
            </a:r>
            <a:r>
              <a:rPr lang="en-US" dirty="0" err="1"/>
              <a:t>مزیت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خواهد</a:t>
            </a:r>
            <a:r>
              <a:rPr lang="en-US" dirty="0"/>
              <a:t> </a:t>
            </a:r>
            <a:r>
              <a:rPr lang="en-US" dirty="0" err="1"/>
              <a:t>کرد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۳: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مدل</a:t>
            </a:r>
            <a:r>
              <a:rPr lang="en-US" b="1" dirty="0"/>
              <a:t> </a:t>
            </a:r>
            <a:r>
              <a:rPr lang="en-US" b="1" dirty="0" err="1"/>
              <a:t>فقط</a:t>
            </a:r>
            <a:r>
              <a:rPr lang="en-US" b="1" dirty="0"/>
              <a:t> </a:t>
            </a:r>
            <a:r>
              <a:rPr lang="en-US" b="1" dirty="0" err="1"/>
              <a:t>برای</a:t>
            </a:r>
            <a:r>
              <a:rPr lang="en-US" b="1" dirty="0"/>
              <a:t> </a:t>
            </a:r>
            <a:r>
              <a:rPr lang="en-US" b="1" dirty="0" err="1"/>
              <a:t>بیماران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خیر</a:t>
            </a:r>
            <a:r>
              <a:rPr lang="en-US" dirty="0"/>
              <a:t>. </a:t>
            </a:r>
            <a:r>
              <a:rPr lang="en-US" dirty="0" err="1"/>
              <a:t>بیماران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نهایی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پلتفرم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 </a:t>
            </a:r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می‌خواهند</a:t>
            </a:r>
            <a:r>
              <a:rPr lang="en-US" dirty="0"/>
              <a:t> </a:t>
            </a:r>
            <a:r>
              <a:rPr lang="en-US" dirty="0" err="1"/>
              <a:t>سالم‌تر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</a:p>
          <a:p>
            <a:pPr rtl="1"/>
            <a:endParaRPr lang="en-US" dirty="0"/>
          </a:p>
          <a:p>
            <a:pPr rtl="1"/>
            <a:r>
              <a:rPr lang="en-US" dirty="0" err="1"/>
              <a:t>حمیدجان</a:t>
            </a:r>
            <a:r>
              <a:rPr lang="en-US" dirty="0"/>
              <a:t>،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نکته</a:t>
            </a:r>
            <a:r>
              <a:rPr lang="en-US" dirty="0"/>
              <a:t> </a:t>
            </a:r>
            <a:r>
              <a:rPr lang="en-US" dirty="0" err="1"/>
              <a:t>استراتژیک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نظرم</a:t>
            </a:r>
            <a:r>
              <a:rPr lang="en-US" dirty="0"/>
              <a:t> </a:t>
            </a:r>
            <a:r>
              <a:rPr lang="en-US" dirty="0" err="1"/>
              <a:t>تا</a:t>
            </a:r>
            <a:r>
              <a:rPr lang="en-US" dirty="0"/>
              <a:t> </a:t>
            </a:r>
            <a:r>
              <a:rPr lang="en-US" dirty="0" err="1"/>
              <a:t>اینجا</a:t>
            </a:r>
            <a:r>
              <a:rPr lang="en-US" dirty="0"/>
              <a:t> </a:t>
            </a:r>
            <a:r>
              <a:rPr lang="en-US" dirty="0" err="1"/>
              <a:t>داستان</a:t>
            </a:r>
            <a:r>
              <a:rPr lang="en-US" dirty="0"/>
              <a:t> Pitch </a:t>
            </a:r>
            <a:r>
              <a:rPr lang="en-US" dirty="0" err="1"/>
              <a:t>خیلی</a:t>
            </a:r>
            <a:r>
              <a:rPr lang="en-US" dirty="0"/>
              <a:t> </a:t>
            </a:r>
            <a:r>
              <a:rPr lang="en-US" dirty="0" err="1"/>
              <a:t>خوب</a:t>
            </a:r>
            <a:r>
              <a:rPr lang="en-US" dirty="0"/>
              <a:t> </a:t>
            </a:r>
            <a:r>
              <a:rPr lang="en-US" dirty="0" err="1"/>
              <a:t>شکل</a:t>
            </a:r>
            <a:r>
              <a:rPr lang="en-US" dirty="0"/>
              <a:t> </a:t>
            </a:r>
            <a:r>
              <a:rPr lang="en-US" dirty="0" err="1"/>
              <a:t>گرفته</a:t>
            </a:r>
            <a:r>
              <a:rPr lang="en-US" dirty="0"/>
              <a:t>:</a:t>
            </a:r>
          </a:p>
          <a:p>
            <a:pPr rtl="1"/>
            <a:r>
              <a:rPr lang="en-US" b="1" dirty="0"/>
              <a:t>Problem</a:t>
            </a:r>
            <a:r>
              <a:rPr lang="en-US" dirty="0"/>
              <a:t> → </a:t>
            </a:r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چیست</a:t>
            </a:r>
            <a:r>
              <a:rPr lang="en-US" dirty="0"/>
              <a:t>؟ </a:t>
            </a:r>
          </a:p>
          <a:p>
            <a:pPr rtl="1"/>
            <a:r>
              <a:rPr lang="en-US" b="1" dirty="0"/>
              <a:t>Human Pain</a:t>
            </a:r>
            <a:r>
              <a:rPr lang="en-US" dirty="0"/>
              <a:t> → </a:t>
            </a:r>
            <a:r>
              <a:rPr lang="en-US" dirty="0" err="1"/>
              <a:t>چرا</a:t>
            </a:r>
            <a:r>
              <a:rPr lang="en-US" dirty="0"/>
              <a:t> </a:t>
            </a:r>
            <a:r>
              <a:rPr lang="en-US" dirty="0" err="1"/>
              <a:t>مهم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؟ </a:t>
            </a:r>
          </a:p>
          <a:p>
            <a:pPr rtl="1"/>
            <a:r>
              <a:rPr lang="en-US" b="1" dirty="0"/>
              <a:t>Solution</a:t>
            </a:r>
            <a:r>
              <a:rPr lang="en-US" dirty="0"/>
              <a:t> →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می‌سازیم</a:t>
            </a:r>
            <a:r>
              <a:rPr lang="en-US" dirty="0"/>
              <a:t>؟ </a:t>
            </a:r>
          </a:p>
          <a:p>
            <a:pPr rtl="1"/>
            <a:r>
              <a:rPr lang="en-US" b="1" dirty="0"/>
              <a:t>Differentiation</a:t>
            </a:r>
            <a:r>
              <a:rPr lang="en-US" dirty="0"/>
              <a:t> → </a:t>
            </a:r>
            <a:r>
              <a:rPr lang="en-US" dirty="0" err="1"/>
              <a:t>چرا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متفاوت</a:t>
            </a:r>
            <a:r>
              <a:rPr lang="en-US" dirty="0"/>
              <a:t> </a:t>
            </a:r>
            <a:r>
              <a:rPr lang="en-US" dirty="0" err="1"/>
              <a:t>هستیم</a:t>
            </a:r>
            <a:r>
              <a:rPr lang="en-US" dirty="0"/>
              <a:t>؟ </a:t>
            </a:r>
          </a:p>
          <a:p>
            <a:pPr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همان</a:t>
            </a:r>
            <a:r>
              <a:rPr lang="en-US" dirty="0"/>
              <a:t> </a:t>
            </a:r>
            <a:r>
              <a:rPr lang="en-US" dirty="0" err="1"/>
              <a:t>مسیر</a:t>
            </a:r>
            <a:r>
              <a:rPr lang="en-US" dirty="0"/>
              <a:t> </a:t>
            </a:r>
            <a:r>
              <a:rPr lang="en-US" dirty="0" err="1"/>
              <a:t>ذهنی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سرمایه‌گذار</a:t>
            </a:r>
            <a:r>
              <a:rPr lang="en-US" dirty="0"/>
              <a:t> </a:t>
            </a:r>
            <a:r>
              <a:rPr lang="en-US" dirty="0" err="1"/>
              <a:t>انتظار</a:t>
            </a:r>
            <a:r>
              <a:rPr lang="en-US" dirty="0"/>
              <a:t> </a:t>
            </a:r>
            <a:r>
              <a:rPr lang="en-US" dirty="0" err="1"/>
              <a:t>دارد</a:t>
            </a:r>
            <a:r>
              <a:rPr lang="en-US" dirty="0"/>
              <a:t>.</a:t>
            </a:r>
          </a:p>
          <a:p>
            <a:pPr rtl="1"/>
            <a:r>
              <a:rPr lang="en-US" dirty="0" err="1"/>
              <a:t>اسلاید</a:t>
            </a:r>
            <a:r>
              <a:rPr lang="en-US" dirty="0"/>
              <a:t> ۶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وارد</a:t>
            </a:r>
            <a:r>
              <a:rPr lang="en-US" dirty="0"/>
              <a:t> </a:t>
            </a:r>
            <a:r>
              <a:rPr lang="en-US" b="1" dirty="0" err="1"/>
              <a:t>محصول</a:t>
            </a:r>
            <a:r>
              <a:rPr lang="en-US" b="1" dirty="0"/>
              <a:t> </a:t>
            </a:r>
            <a:r>
              <a:rPr lang="en-US" b="1" dirty="0" err="1"/>
              <a:t>واقعی</a:t>
            </a:r>
            <a:r>
              <a:rPr lang="en-US" b="1" dirty="0"/>
              <a:t> (Product Experience)</a:t>
            </a:r>
            <a:r>
              <a:rPr lang="en-US" dirty="0"/>
              <a:t> </a:t>
            </a:r>
            <a:r>
              <a:rPr lang="en-US" dirty="0" err="1"/>
              <a:t>شود</a:t>
            </a:r>
            <a:r>
              <a:rPr lang="en-US" dirty="0"/>
              <a:t>؛ </a:t>
            </a:r>
            <a:r>
              <a:rPr lang="en-US" dirty="0" err="1"/>
              <a:t>یعنی</a:t>
            </a:r>
            <a:r>
              <a:rPr lang="en-US" dirty="0"/>
              <a:t>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دهیم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می‌بیند</a:t>
            </a:r>
            <a:r>
              <a:rPr lang="en-US" dirty="0"/>
              <a:t> و </a:t>
            </a:r>
            <a:r>
              <a:rPr lang="en-US" dirty="0" err="1"/>
              <a:t>چگونه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GINKOVA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</a:t>
            </a:r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6661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0F4C-F2C1-C859-3903-66C987CE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A32865-E424-5C78-D1AA-B71159DE8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Our First Product</a:t>
            </a:r>
          </a:p>
          <a:p>
            <a:r>
              <a:rPr lang="en-US" b="1" dirty="0"/>
              <a:t>Personalized Healthy Meals with Nutrition Intelligence</a:t>
            </a:r>
          </a:p>
          <a:p>
            <a:r>
              <a:rPr lang="en-US" dirty="0"/>
              <a:t>GINKOVA starts with a simple experience:</a:t>
            </a:r>
          </a:p>
          <a:p>
            <a:r>
              <a:rPr lang="en-US" dirty="0"/>
              <a:t>🥗 Healthy meals designed for specific health goals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📊 Transparent nutritional information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🧠 Smart recommendations based on user needs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Every meal provides:</a:t>
            </a:r>
          </a:p>
          <a:p>
            <a:r>
              <a:rPr lang="en-US" dirty="0"/>
              <a:t>✓ Ingredients transparency</a:t>
            </a:r>
            <a:br>
              <a:rPr lang="en-US" dirty="0"/>
            </a:br>
            <a:r>
              <a:rPr lang="en-US" dirty="0"/>
              <a:t>✓ Calories &amp; nutritional values</a:t>
            </a:r>
            <a:br>
              <a:rPr lang="en-US" dirty="0"/>
            </a:br>
            <a:r>
              <a:rPr lang="en-US" dirty="0"/>
              <a:t>✓ Suitable health categories</a:t>
            </a:r>
            <a:br>
              <a:rPr lang="en-US" dirty="0"/>
            </a:br>
            <a:r>
              <a:rPr lang="en-US" dirty="0"/>
              <a:t>✓ Personalized meal suggestions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Start with food.</a:t>
            </a:r>
          </a:p>
          <a:p>
            <a:r>
              <a:rPr lang="en-US" b="1" dirty="0"/>
              <a:t>Scale into intelligent health.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A great product is not only about what we offer, but also about who needs it most. Let's look at our target customers.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A0334F39-30DF-02AB-36AD-EB0606689235}"/>
              </a:ext>
            </a:extLst>
          </p:cNvPr>
          <p:cNvSpPr/>
          <p:nvPr/>
        </p:nvSpPr>
        <p:spPr>
          <a:xfrm>
            <a:off x="218536" y="109268"/>
            <a:ext cx="1685026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/>
              <a:t>6</a:t>
            </a:r>
            <a:endParaRPr lang="en-US" dirty="0"/>
          </a:p>
          <a:p>
            <a:pPr algn="ctr"/>
            <a:r>
              <a:rPr lang="en-US" dirty="0"/>
              <a:t>Our First Product</a:t>
            </a:r>
          </a:p>
        </p:txBody>
      </p:sp>
    </p:spTree>
    <p:extLst>
      <p:ext uri="{BB962C8B-B14F-4D97-AF65-F5344CB8AC3E}">
        <p14:creationId xmlns:p14="http://schemas.microsoft.com/office/powerpoint/2010/main" val="1872238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E574-357F-42E7-E18D-6FAB133F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E0B5B4-561E-2E1D-4C9E-561779061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0000" lnSpcReduction="20000"/>
          </a:bodyPr>
          <a:lstStyle/>
          <a:p>
            <a:pPr rtl="1"/>
            <a:r>
              <a:rPr lang="en-US" b="1" dirty="0" err="1"/>
              <a:t>ترجمه</a:t>
            </a:r>
            <a:r>
              <a:rPr lang="en-US" b="1" dirty="0"/>
              <a:t> </a:t>
            </a:r>
            <a:r>
              <a:rPr lang="en-US" b="1" dirty="0" err="1"/>
              <a:t>فارسی</a:t>
            </a:r>
            <a:r>
              <a:rPr lang="en-US" b="1" dirty="0"/>
              <a:t> </a:t>
            </a:r>
            <a:r>
              <a:rPr lang="en-US" b="1" dirty="0" err="1"/>
              <a:t>متن</a:t>
            </a:r>
            <a:r>
              <a:rPr lang="en-US" b="1" dirty="0"/>
              <a:t> </a:t>
            </a:r>
            <a:r>
              <a:rPr lang="en-US" b="1" dirty="0" err="1"/>
              <a:t>اسلاید</a:t>
            </a:r>
            <a:endParaRPr lang="en-US" b="1" dirty="0"/>
          </a:p>
          <a:p>
            <a:pPr rtl="1"/>
            <a:r>
              <a:rPr lang="en-US" b="1" dirty="0" err="1"/>
              <a:t>اولین</a:t>
            </a:r>
            <a:r>
              <a:rPr lang="en-US" b="1" dirty="0"/>
              <a:t> </a:t>
            </a:r>
            <a:r>
              <a:rPr lang="en-US" b="1" dirty="0" err="1"/>
              <a:t>محصول</a:t>
            </a:r>
            <a:r>
              <a:rPr lang="en-US" b="1" dirty="0"/>
              <a:t> </a:t>
            </a:r>
            <a:r>
              <a:rPr lang="en-US" b="1" dirty="0" err="1"/>
              <a:t>ما</a:t>
            </a:r>
            <a:endParaRPr lang="en-US" b="1" dirty="0"/>
          </a:p>
          <a:p>
            <a:pPr rtl="1"/>
            <a:r>
              <a:rPr lang="en-US" b="1" dirty="0" err="1"/>
              <a:t>غذای</a:t>
            </a:r>
            <a:r>
              <a:rPr lang="en-US" b="1" dirty="0"/>
              <a:t> </a:t>
            </a:r>
            <a:r>
              <a:rPr lang="en-US" b="1" dirty="0" err="1"/>
              <a:t>سالم</a:t>
            </a:r>
            <a:r>
              <a:rPr lang="en-US" b="1" dirty="0"/>
              <a:t> </a:t>
            </a:r>
            <a:r>
              <a:rPr lang="en-US" b="1" dirty="0" err="1"/>
              <a:t>شخصی‌سازی‌شده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هوشمندی</a:t>
            </a:r>
            <a:r>
              <a:rPr lang="en-US" b="1" dirty="0"/>
              <a:t> </a:t>
            </a:r>
            <a:r>
              <a:rPr lang="en-US" b="1" dirty="0" err="1"/>
              <a:t>تغذیه</a:t>
            </a:r>
            <a:endParaRPr lang="en-US" b="1" dirty="0"/>
          </a:p>
          <a:p>
            <a:pPr rtl="1"/>
            <a:r>
              <a:rPr lang="en-US" dirty="0"/>
              <a:t>GINKOVA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:</a:t>
            </a:r>
          </a:p>
          <a:p>
            <a:pPr rtl="1"/>
            <a:r>
              <a:rPr lang="en-US" dirty="0"/>
              <a:t>🥗 </a:t>
            </a:r>
            <a:r>
              <a:rPr lang="en-US" dirty="0" err="1"/>
              <a:t>غذاهای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طراحی‌شده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مشخص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📊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شفاف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غذایی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🧠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کاربر</a:t>
            </a:r>
            <a:endParaRPr lang="en-US" dirty="0"/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هر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شامل</a:t>
            </a:r>
            <a:r>
              <a:rPr lang="en-US" b="1" dirty="0"/>
              <a:t>:</a:t>
            </a:r>
          </a:p>
          <a:p>
            <a:pPr rtl="1"/>
            <a:r>
              <a:rPr lang="en-US" dirty="0"/>
              <a:t>✓ </a:t>
            </a:r>
            <a:r>
              <a:rPr lang="en-US" dirty="0" err="1"/>
              <a:t>شفافیت</a:t>
            </a:r>
            <a:r>
              <a:rPr lang="en-US" dirty="0"/>
              <a:t> </a:t>
            </a:r>
            <a:r>
              <a:rPr lang="en-US" dirty="0" err="1"/>
              <a:t>مواد</a:t>
            </a:r>
            <a:r>
              <a:rPr lang="en-US" dirty="0"/>
              <a:t> </a:t>
            </a:r>
            <a:r>
              <a:rPr lang="en-US" dirty="0" err="1"/>
              <a:t>تشکیل‌دهنده</a:t>
            </a: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کالری</a:t>
            </a:r>
            <a:r>
              <a:rPr lang="en-US" dirty="0"/>
              <a:t> و </a:t>
            </a:r>
            <a:r>
              <a:rPr lang="en-US" dirty="0" err="1"/>
              <a:t>ارزش‌های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دسته‌بندی‌های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مناسب</a:t>
            </a:r>
            <a:br>
              <a:rPr lang="en-US" dirty="0"/>
            </a:br>
            <a:r>
              <a:rPr lang="en-US" dirty="0"/>
              <a:t>✓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endParaRPr lang="en-US" dirty="0"/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شروع</a:t>
            </a:r>
            <a:r>
              <a:rPr lang="en-US" b="1" dirty="0"/>
              <a:t> </a:t>
            </a:r>
            <a:r>
              <a:rPr lang="en-US" b="1" dirty="0" err="1"/>
              <a:t>ما</a:t>
            </a:r>
            <a:r>
              <a:rPr lang="en-US" b="1" dirty="0"/>
              <a:t> </a:t>
            </a:r>
            <a:r>
              <a:rPr lang="en-US" b="1" dirty="0" err="1"/>
              <a:t>غذاست</a:t>
            </a:r>
            <a:r>
              <a:rPr lang="en-US" b="1" dirty="0"/>
              <a:t>.</a:t>
            </a:r>
          </a:p>
          <a:p>
            <a:pPr rtl="1"/>
            <a:r>
              <a:rPr lang="en-US" b="1" dirty="0" err="1"/>
              <a:t>توسعه</a:t>
            </a:r>
            <a:r>
              <a:rPr lang="en-US" b="1" dirty="0"/>
              <a:t> </a:t>
            </a:r>
            <a:r>
              <a:rPr lang="en-US" b="1" dirty="0" err="1"/>
              <a:t>ما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سمت</a:t>
            </a:r>
            <a:r>
              <a:rPr lang="en-US" b="1" dirty="0"/>
              <a:t> </a:t>
            </a:r>
            <a:r>
              <a:rPr lang="en-US" b="1" dirty="0" err="1"/>
              <a:t>هوشمندی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endParaRPr lang="fa-IR" b="1" dirty="0"/>
          </a:p>
          <a:p>
            <a:pPr rtl="1"/>
            <a:endParaRPr lang="fa-IR" b="1" dirty="0"/>
          </a:p>
          <a:p>
            <a:pPr rtl="1"/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موفق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درباره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؛ </a:t>
            </a:r>
            <a:r>
              <a:rPr lang="en-US" dirty="0" err="1"/>
              <a:t>بلکه</a:t>
            </a:r>
            <a:r>
              <a:rPr lang="en-US" dirty="0"/>
              <a:t> </a:t>
            </a:r>
            <a:r>
              <a:rPr lang="en-US" dirty="0" err="1"/>
              <a:t>درباره</a:t>
            </a:r>
            <a:r>
              <a:rPr lang="en-US" dirty="0"/>
              <a:t> </a:t>
            </a:r>
            <a:r>
              <a:rPr lang="en-US" dirty="0" err="1"/>
              <a:t>کسانی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بیشترین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دهید</a:t>
            </a:r>
            <a:r>
              <a:rPr lang="en-US" dirty="0"/>
              <a:t> </a:t>
            </a:r>
            <a:r>
              <a:rPr lang="en-US" dirty="0" err="1"/>
              <a:t>مشتریان</a:t>
            </a:r>
            <a:r>
              <a:rPr lang="en-US" dirty="0"/>
              <a:t> </a:t>
            </a:r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بررسی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  <a:endParaRPr lang="en-US" b="1" dirty="0"/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8234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81A3-64E0-6FA6-685F-C42E55F7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A8AC69-302E-B526-D5E6-DA20EBA5A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Our first product is intentionally simple and practical.</a:t>
            </a:r>
          </a:p>
          <a:p>
            <a:pPr algn="l"/>
            <a:r>
              <a:rPr lang="en-US" dirty="0"/>
              <a:t>We start with something people need every day: food.</a:t>
            </a:r>
          </a:p>
          <a:p>
            <a:pPr algn="l"/>
            <a:r>
              <a:rPr lang="en-US" dirty="0"/>
              <a:t>But unlike traditional meal services, every GINKOVA meal is designed with health intelligence in mind.</a:t>
            </a:r>
          </a:p>
          <a:p>
            <a:pPr algn="l"/>
            <a:r>
              <a:rPr lang="en-US" dirty="0"/>
              <a:t>Users can understand exactly what they are eating, including ingredients and nutritional information.</a:t>
            </a:r>
          </a:p>
          <a:p>
            <a:pPr algn="l"/>
            <a:r>
              <a:rPr lang="en-US" dirty="0"/>
              <a:t>They can discover meals that better match their health goals, such as diabetes management support, weight control, or healthy aging.</a:t>
            </a:r>
          </a:p>
          <a:p>
            <a:pPr algn="l"/>
            <a:r>
              <a:rPr lang="en-US" dirty="0"/>
              <a:t>This allows us to solve an immediate problem today while building the foundation for a much larger intelligent health ecosystem in the future.</a:t>
            </a:r>
          </a:p>
          <a:p>
            <a:endParaRPr lang="fa-IR" b="1" dirty="0"/>
          </a:p>
          <a:p>
            <a:pPr algn="r" rtl="1"/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عمداً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و </a:t>
            </a:r>
            <a:r>
              <a:rPr lang="en-US" dirty="0" err="1"/>
              <a:t>عملی</a:t>
            </a:r>
            <a:r>
              <a:rPr lang="en-US" dirty="0"/>
              <a:t> </a:t>
            </a:r>
            <a:r>
              <a:rPr lang="en-US" dirty="0" err="1"/>
              <a:t>طراحی</a:t>
            </a:r>
            <a:r>
              <a:rPr lang="en-US" dirty="0"/>
              <a:t> </a:t>
            </a:r>
            <a:r>
              <a:rPr lang="en-US" dirty="0" err="1"/>
              <a:t>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 </a:t>
            </a:r>
            <a:r>
              <a:rPr lang="en-US" dirty="0" err="1"/>
              <a:t>انسان‌ها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: </a:t>
            </a:r>
            <a:r>
              <a:rPr lang="en-US" dirty="0" err="1"/>
              <a:t>غذا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برخلاف</a:t>
            </a:r>
            <a:r>
              <a:rPr lang="en-US" dirty="0"/>
              <a:t> </a:t>
            </a:r>
            <a:r>
              <a:rPr lang="en-US" dirty="0" err="1"/>
              <a:t>سرویس‌های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سنتی</a:t>
            </a:r>
            <a:r>
              <a:rPr lang="en-US" dirty="0"/>
              <a:t>،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وعده</a:t>
            </a:r>
            <a:r>
              <a:rPr lang="en-US" dirty="0"/>
              <a:t> GINKOVA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نگاه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طراحی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بدانند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؛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مواد</a:t>
            </a:r>
            <a:r>
              <a:rPr lang="en-US" dirty="0"/>
              <a:t> </a:t>
            </a:r>
            <a:r>
              <a:rPr lang="en-US" dirty="0" err="1"/>
              <a:t>تشکیل‌دهنده</a:t>
            </a:r>
            <a:r>
              <a:rPr lang="en-US" dirty="0"/>
              <a:t> </a:t>
            </a:r>
            <a:r>
              <a:rPr lang="en-US" dirty="0" err="1"/>
              <a:t>گرفته</a:t>
            </a:r>
            <a:r>
              <a:rPr lang="en-US" dirty="0"/>
              <a:t> </a:t>
            </a:r>
            <a:r>
              <a:rPr lang="en-US" dirty="0" err="1"/>
              <a:t>تا</a:t>
            </a:r>
            <a:r>
              <a:rPr lang="en-US" dirty="0"/>
              <a:t>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غذاهایی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سلامتشان</a:t>
            </a:r>
            <a:r>
              <a:rPr lang="en-US" dirty="0"/>
              <a:t> </a:t>
            </a:r>
            <a:r>
              <a:rPr lang="en-US" dirty="0" err="1"/>
              <a:t>هماهنگ‌تر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؛ </a:t>
            </a:r>
            <a:r>
              <a:rPr lang="en-US" dirty="0" err="1"/>
              <a:t>مانند</a:t>
            </a:r>
            <a:r>
              <a:rPr lang="en-US" dirty="0"/>
              <a:t> </a:t>
            </a:r>
            <a:r>
              <a:rPr lang="en-US" dirty="0" err="1"/>
              <a:t>حمایت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مدیریت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، </a:t>
            </a:r>
            <a:r>
              <a:rPr lang="en-US" dirty="0" err="1"/>
              <a:t>کنترل</a:t>
            </a:r>
            <a:r>
              <a:rPr lang="en-US" dirty="0"/>
              <a:t> </a:t>
            </a:r>
            <a:r>
              <a:rPr lang="en-US" dirty="0" err="1"/>
              <a:t>وزن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سالمندی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رویکرد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فوری</a:t>
            </a:r>
            <a:r>
              <a:rPr lang="en-US" dirty="0"/>
              <a:t> </a:t>
            </a:r>
            <a:r>
              <a:rPr lang="en-US" dirty="0" err="1"/>
              <a:t>امروز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حل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 و </a:t>
            </a:r>
            <a:r>
              <a:rPr lang="en-US" dirty="0" err="1"/>
              <a:t>همزمان</a:t>
            </a:r>
            <a:r>
              <a:rPr lang="en-US" dirty="0"/>
              <a:t> </a:t>
            </a:r>
            <a:r>
              <a:rPr lang="en-US" dirty="0" err="1"/>
              <a:t>پایه‌های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بزرگ‌تر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بسازیم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4183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42D2-5BF1-3662-17BB-19647A662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10035D-F5E9-9EAC-D285-CBD94A514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47500" lnSpcReduction="20000"/>
          </a:bodyPr>
          <a:lstStyle/>
          <a:p>
            <a:r>
              <a:rPr lang="fa-IR" b="1" dirty="0"/>
              <a:t>برای خودم</a:t>
            </a:r>
          </a:p>
          <a:p>
            <a:r>
              <a:rPr lang="en-US" b="1" dirty="0" err="1"/>
              <a:t>سؤال</a:t>
            </a:r>
            <a:r>
              <a:rPr lang="en-US" b="1" dirty="0"/>
              <a:t> ۱:</a:t>
            </a:r>
          </a:p>
          <a:p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شما</a:t>
            </a:r>
            <a:r>
              <a:rPr lang="en-US" b="1" dirty="0"/>
              <a:t>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ابتدا</a:t>
            </a:r>
            <a:r>
              <a:rPr lang="en-US" b="1" dirty="0"/>
              <a:t>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شرکت</a:t>
            </a:r>
            <a:r>
              <a:rPr lang="en-US" b="1" dirty="0"/>
              <a:t> </a:t>
            </a:r>
            <a:r>
              <a:rPr lang="en-US" b="1" dirty="0" err="1"/>
              <a:t>غذایی</a:t>
            </a:r>
            <a:r>
              <a:rPr lang="en-US" b="1" dirty="0"/>
              <a:t> </a:t>
            </a:r>
            <a:r>
              <a:rPr lang="en-US" b="1" dirty="0" err="1"/>
              <a:t>هستید</a:t>
            </a:r>
            <a:r>
              <a:rPr lang="en-US" b="1" dirty="0"/>
              <a:t> </a:t>
            </a:r>
            <a:r>
              <a:rPr lang="en-US" b="1" dirty="0" err="1"/>
              <a:t>یا</a:t>
            </a:r>
            <a:r>
              <a:rPr lang="en-US" b="1" dirty="0"/>
              <a:t>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شرکت</a:t>
            </a:r>
            <a:r>
              <a:rPr lang="en-US" b="1" dirty="0"/>
              <a:t> </a:t>
            </a:r>
            <a:r>
              <a:rPr lang="en-US" b="1" dirty="0" err="1"/>
              <a:t>فناوری</a:t>
            </a:r>
            <a:r>
              <a:rPr lang="en-US" b="1" dirty="0"/>
              <a:t>؟</a:t>
            </a:r>
            <a:endParaRPr lang="en-US" dirty="0"/>
          </a:p>
          <a:p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شرکت</a:t>
            </a:r>
            <a:r>
              <a:rPr lang="en-US" dirty="0"/>
              <a:t> HealthTech </a:t>
            </a:r>
            <a:r>
              <a:rPr lang="en-US" dirty="0" err="1"/>
              <a:t>هستیم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غذاست</a:t>
            </a:r>
            <a:r>
              <a:rPr lang="en-US" dirty="0"/>
              <a:t>.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ورود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و </a:t>
            </a:r>
            <a:r>
              <a:rPr lang="en-US" dirty="0" err="1"/>
              <a:t>جمع‌آوری</a:t>
            </a:r>
            <a:r>
              <a:rPr lang="en-US" dirty="0"/>
              <a:t> </a:t>
            </a:r>
            <a:r>
              <a:rPr lang="en-US" dirty="0" err="1"/>
              <a:t>داده</a:t>
            </a:r>
            <a:r>
              <a:rPr lang="en-US" dirty="0"/>
              <a:t> </a:t>
            </a:r>
            <a:r>
              <a:rPr lang="en-US" dirty="0" err="1"/>
              <a:t>ارزشمند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سؤال</a:t>
            </a:r>
            <a:r>
              <a:rPr lang="en-US" b="1" dirty="0"/>
              <a:t> ۲:</a:t>
            </a:r>
          </a:p>
          <a:p>
            <a:r>
              <a:rPr lang="en-US" b="1" dirty="0" err="1"/>
              <a:t>چرا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AI </a:t>
            </a:r>
            <a:r>
              <a:rPr lang="en-US" b="1" dirty="0" err="1"/>
              <a:t>شروع</a:t>
            </a:r>
            <a:r>
              <a:rPr lang="en-US" b="1" dirty="0"/>
              <a:t> </a:t>
            </a:r>
            <a:r>
              <a:rPr lang="en-US" b="1" dirty="0" err="1"/>
              <a:t>نمی‌کنید</a:t>
            </a:r>
            <a:r>
              <a:rPr lang="en-US" b="1" dirty="0"/>
              <a:t>؟</a:t>
            </a:r>
            <a:endParaRPr lang="en-US" dirty="0"/>
          </a:p>
          <a:p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r>
              <a:rPr lang="en-US" dirty="0"/>
              <a:t>AI </a:t>
            </a:r>
            <a:r>
              <a:rPr lang="en-US" dirty="0" err="1"/>
              <a:t>بدون</a:t>
            </a:r>
            <a:r>
              <a:rPr lang="en-US" dirty="0"/>
              <a:t> </a:t>
            </a:r>
            <a:r>
              <a:rPr lang="en-US" dirty="0" err="1"/>
              <a:t>داده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محدودی</a:t>
            </a:r>
            <a:r>
              <a:rPr lang="en-US" dirty="0"/>
              <a:t> </a:t>
            </a:r>
            <a:r>
              <a:rPr lang="en-US" dirty="0" err="1"/>
              <a:t>دارد</a:t>
            </a:r>
            <a:r>
              <a:rPr lang="en-US" dirty="0"/>
              <a:t>.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ابتدا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 و </a:t>
            </a:r>
            <a:r>
              <a:rPr lang="en-US" dirty="0" err="1"/>
              <a:t>قابل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 </a:t>
            </a:r>
            <a:r>
              <a:rPr lang="en-US" dirty="0" err="1"/>
              <a:t>تا</a:t>
            </a:r>
            <a:r>
              <a:rPr lang="en-US" dirty="0"/>
              <a:t>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معتبر</a:t>
            </a:r>
            <a:r>
              <a:rPr lang="en-US" dirty="0"/>
              <a:t> </a:t>
            </a:r>
            <a:r>
              <a:rPr lang="en-US" dirty="0" err="1"/>
              <a:t>جمع‌آوری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 و </a:t>
            </a:r>
            <a:r>
              <a:rPr lang="en-US" dirty="0" err="1"/>
              <a:t>سپس</a:t>
            </a:r>
            <a:r>
              <a:rPr lang="en-US" dirty="0"/>
              <a:t>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دهیم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سؤال</a:t>
            </a:r>
            <a:r>
              <a:rPr lang="en-US" b="1" dirty="0"/>
              <a:t> ۳:</a:t>
            </a:r>
          </a:p>
          <a:p>
            <a:r>
              <a:rPr lang="en-US" b="1" dirty="0" err="1"/>
              <a:t>چگونه</a:t>
            </a:r>
            <a:r>
              <a:rPr lang="en-US" b="1" dirty="0"/>
              <a:t> </a:t>
            </a:r>
            <a:r>
              <a:rPr lang="en-US" b="1" dirty="0" err="1"/>
              <a:t>کیفیت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و </a:t>
            </a:r>
            <a:r>
              <a:rPr lang="en-US" b="1" dirty="0" err="1"/>
              <a:t>اطلاعات</a:t>
            </a:r>
            <a:r>
              <a:rPr lang="en-US" b="1" dirty="0"/>
              <a:t> </a:t>
            </a:r>
            <a:r>
              <a:rPr lang="en-US" b="1" dirty="0" err="1"/>
              <a:t>تغذیه‌ای</a:t>
            </a:r>
            <a:r>
              <a:rPr lang="en-US" b="1" dirty="0"/>
              <a:t>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تضمین</a:t>
            </a:r>
            <a:r>
              <a:rPr lang="en-US" b="1" dirty="0"/>
              <a:t> </a:t>
            </a:r>
            <a:r>
              <a:rPr lang="en-US" b="1" dirty="0" err="1"/>
              <a:t>می‌کنید</a:t>
            </a:r>
            <a:r>
              <a:rPr lang="en-US" b="1" dirty="0"/>
              <a:t>؟</a:t>
            </a:r>
            <a:endParaRPr lang="en-US" dirty="0"/>
          </a:p>
          <a:p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استانداردسازی</a:t>
            </a:r>
            <a:r>
              <a:rPr lang="en-US" dirty="0"/>
              <a:t> </a:t>
            </a:r>
            <a:r>
              <a:rPr lang="en-US" dirty="0" err="1"/>
              <a:t>دستور</a:t>
            </a:r>
            <a:r>
              <a:rPr lang="en-US" dirty="0"/>
              <a:t> </a:t>
            </a:r>
            <a:r>
              <a:rPr lang="en-US" dirty="0" err="1"/>
              <a:t>پخت</a:t>
            </a:r>
            <a:r>
              <a:rPr lang="en-US" dirty="0"/>
              <a:t>، </a:t>
            </a:r>
            <a:r>
              <a:rPr lang="en-US" dirty="0" err="1"/>
              <a:t>ثبت</a:t>
            </a:r>
            <a:r>
              <a:rPr lang="en-US" dirty="0"/>
              <a:t> </a:t>
            </a:r>
            <a:r>
              <a:rPr lang="en-US" dirty="0" err="1"/>
              <a:t>دقیق</a:t>
            </a:r>
            <a:r>
              <a:rPr lang="en-US" dirty="0"/>
              <a:t> </a:t>
            </a:r>
            <a:r>
              <a:rPr lang="en-US" dirty="0" err="1"/>
              <a:t>مواد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، </a:t>
            </a:r>
            <a:r>
              <a:rPr lang="en-US" dirty="0" err="1"/>
              <a:t>محاسبه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و </a:t>
            </a:r>
            <a:r>
              <a:rPr lang="en-US" dirty="0" err="1"/>
              <a:t>همکاری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متخصصان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حمیدجان</a:t>
            </a:r>
            <a:r>
              <a:rPr lang="en-US" dirty="0"/>
              <a:t>،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نکته</a:t>
            </a:r>
            <a:r>
              <a:rPr lang="en-US" dirty="0"/>
              <a:t> </a:t>
            </a:r>
            <a:r>
              <a:rPr lang="en-US" dirty="0" err="1"/>
              <a:t>استراتژیک</a:t>
            </a:r>
            <a:r>
              <a:rPr lang="en-US" dirty="0"/>
              <a:t>:</a:t>
            </a:r>
          </a:p>
          <a:p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اسلاید</a:t>
            </a:r>
            <a:r>
              <a:rPr lang="en-US" dirty="0"/>
              <a:t> </a:t>
            </a:r>
            <a:r>
              <a:rPr lang="en-US" dirty="0" err="1"/>
              <a:t>عمداً</a:t>
            </a:r>
            <a:r>
              <a:rPr lang="en-US" dirty="0"/>
              <a:t>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GINKOVA </a:t>
            </a:r>
            <a:r>
              <a:rPr lang="en-US" dirty="0" err="1"/>
              <a:t>مسیر</a:t>
            </a:r>
            <a:r>
              <a:rPr lang="en-US" dirty="0"/>
              <a:t> </a:t>
            </a:r>
            <a:r>
              <a:rPr lang="en-US" b="1" dirty="0"/>
              <a:t>"Beachhead Strategy"</a:t>
            </a:r>
            <a:r>
              <a:rPr lang="en-US" dirty="0"/>
              <a:t> </a:t>
            </a:r>
            <a:r>
              <a:rPr lang="en-US" dirty="0" err="1"/>
              <a:t>دارد</a:t>
            </a:r>
            <a:r>
              <a:rPr lang="en-US" dirty="0"/>
              <a:t>:</a:t>
            </a:r>
          </a:p>
          <a:p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کوچک</a:t>
            </a:r>
            <a:r>
              <a:rPr lang="en-US" dirty="0"/>
              <a:t>:</a:t>
            </a:r>
          </a:p>
          <a:p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تخصصی</a:t>
            </a:r>
            <a:endParaRPr lang="en-US" dirty="0"/>
          </a:p>
          <a:p>
            <a:r>
              <a:rPr lang="en-US" dirty="0" err="1"/>
              <a:t>سپس</a:t>
            </a:r>
            <a:r>
              <a:rPr lang="en-US" dirty="0"/>
              <a:t> </a:t>
            </a:r>
            <a:r>
              <a:rPr lang="en-US" dirty="0" err="1"/>
              <a:t>توسعه</a:t>
            </a:r>
            <a:r>
              <a:rPr lang="en-US" dirty="0"/>
              <a:t>:</a:t>
            </a:r>
          </a:p>
          <a:p>
            <a:r>
              <a:rPr lang="en-US" dirty="0"/>
              <a:t>Personalized Nutrition</a:t>
            </a:r>
          </a:p>
          <a:p>
            <a:r>
              <a:rPr lang="en-US" dirty="0"/>
              <a:t>و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نهایت</a:t>
            </a:r>
            <a:r>
              <a:rPr lang="en-US" dirty="0"/>
              <a:t>:</a:t>
            </a:r>
          </a:p>
          <a:p>
            <a:r>
              <a:rPr lang="en-US" dirty="0"/>
              <a:t>AI Health Ecosystem</a:t>
            </a:r>
          </a:p>
        </p:txBody>
      </p:sp>
    </p:spTree>
    <p:extLst>
      <p:ext uri="{BB962C8B-B14F-4D97-AF65-F5344CB8AC3E}">
        <p14:creationId xmlns:p14="http://schemas.microsoft.com/office/powerpoint/2010/main" val="3045786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DA5F-47FF-CEEA-999F-19924D6E0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43CC08-564B-51E9-35B4-7C54DFA0D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A Simple Experience. A Smarter Health Journey.</a:t>
            </a:r>
          </a:p>
          <a:p>
            <a:r>
              <a:rPr lang="en-US" dirty="0"/>
              <a:t>With GINKOVA, users can:</a:t>
            </a:r>
          </a:p>
          <a:p>
            <a:r>
              <a:rPr lang="en-US" b="1" dirty="0"/>
              <a:t>1. Discover</a:t>
            </a:r>
          </a:p>
          <a:p>
            <a:r>
              <a:rPr lang="en-US" dirty="0"/>
              <a:t>Find meals based on their health goals and preferences.</a:t>
            </a:r>
          </a:p>
          <a:p>
            <a:r>
              <a:rPr lang="en-US" b="1" dirty="0"/>
              <a:t>2. Understand</a:t>
            </a:r>
          </a:p>
          <a:p>
            <a:r>
              <a:rPr lang="en-US" dirty="0"/>
              <a:t>See ingredients, nutrition facts, and health-related information.</a:t>
            </a:r>
          </a:p>
          <a:p>
            <a:r>
              <a:rPr lang="en-US" b="1" dirty="0"/>
              <a:t>3. Personalize</a:t>
            </a:r>
          </a:p>
          <a:p>
            <a:r>
              <a:rPr lang="en-US" dirty="0"/>
              <a:t>Receive recommendations based on their needs and lifestyle.</a:t>
            </a:r>
          </a:p>
          <a:p>
            <a:r>
              <a:rPr lang="en-US" b="1" dirty="0"/>
              <a:t>4. Improve</a:t>
            </a:r>
          </a:p>
          <a:p>
            <a:r>
              <a:rPr lang="en-US" dirty="0"/>
              <a:t>Build healthier eating habits over time.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From choosing a meal</a:t>
            </a:r>
          </a:p>
          <a:p>
            <a:r>
              <a:rPr lang="en-US" b="1" dirty="0"/>
              <a:t>To making a better health decision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Now that we understand the user experience, let's look at who needs GINKOVA the most and where we will start.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420DBFAC-9271-D1F1-FCE7-9E76A239FD9D}"/>
              </a:ext>
            </a:extLst>
          </p:cNvPr>
          <p:cNvSpPr/>
          <p:nvPr/>
        </p:nvSpPr>
        <p:spPr>
          <a:xfrm>
            <a:off x="241539" y="109268"/>
            <a:ext cx="2616679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/>
              <a:t>7</a:t>
            </a:r>
            <a:endParaRPr lang="en-US" dirty="0"/>
          </a:p>
          <a:p>
            <a:pPr algn="ctr"/>
            <a:r>
              <a:rPr lang="en-US" dirty="0"/>
              <a:t>User Experience &amp; 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4190001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36BA-0F36-665B-1332-C79ADA68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F61CCA-D4BD-F48B-F5CE-090676341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85000" lnSpcReduction="20000"/>
          </a:bodyPr>
          <a:lstStyle/>
          <a:p>
            <a:pPr rtl="1"/>
            <a:r>
              <a:rPr lang="en-US" b="1" dirty="0" err="1"/>
              <a:t>ترجمه</a:t>
            </a:r>
            <a:r>
              <a:rPr lang="en-US" b="1" dirty="0"/>
              <a:t> </a:t>
            </a:r>
            <a:r>
              <a:rPr lang="en-US" b="1" dirty="0" err="1"/>
              <a:t>فارسی</a:t>
            </a:r>
            <a:r>
              <a:rPr lang="en-US" b="1" dirty="0"/>
              <a:t> </a:t>
            </a:r>
            <a:r>
              <a:rPr lang="en-US" b="1" dirty="0" err="1"/>
              <a:t>متن</a:t>
            </a:r>
            <a:r>
              <a:rPr lang="en-US" b="1" dirty="0"/>
              <a:t> </a:t>
            </a:r>
            <a:r>
              <a:rPr lang="en-US" b="1" dirty="0" err="1"/>
              <a:t>اسلاید</a:t>
            </a:r>
            <a:endParaRPr lang="en-US" b="1" dirty="0"/>
          </a:p>
          <a:p>
            <a:pPr rtl="1"/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تجربه</a:t>
            </a:r>
            <a:r>
              <a:rPr lang="en-US" b="1" dirty="0"/>
              <a:t> </a:t>
            </a:r>
            <a:r>
              <a:rPr lang="en-US" b="1" dirty="0" err="1"/>
              <a:t>ساده</a:t>
            </a:r>
            <a:r>
              <a:rPr lang="en-US" b="1" dirty="0"/>
              <a:t>.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مسیر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هوشمندتر</a:t>
            </a:r>
            <a:r>
              <a:rPr lang="en-US" b="1" dirty="0"/>
              <a:t>.</a:t>
            </a:r>
          </a:p>
          <a:p>
            <a:pPr rtl="1"/>
            <a:r>
              <a:rPr lang="en-US" dirty="0" err="1"/>
              <a:t>با</a:t>
            </a:r>
            <a:r>
              <a:rPr lang="en-US" dirty="0"/>
              <a:t> GINKOVA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:</a:t>
            </a:r>
          </a:p>
          <a:p>
            <a:pPr rtl="1"/>
            <a:r>
              <a:rPr lang="en-US" b="1" dirty="0"/>
              <a:t>۱. </a:t>
            </a:r>
            <a:r>
              <a:rPr lang="en-US" b="1" dirty="0" err="1"/>
              <a:t>کشف</a:t>
            </a:r>
            <a:r>
              <a:rPr lang="en-US" b="1" dirty="0"/>
              <a:t> </a:t>
            </a:r>
            <a:r>
              <a:rPr lang="en-US" b="1" dirty="0" err="1"/>
              <a:t>کنند</a:t>
            </a:r>
            <a:endParaRPr lang="en-US" b="1" dirty="0"/>
          </a:p>
          <a:p>
            <a:pPr rtl="1"/>
            <a:r>
              <a:rPr lang="en-US" dirty="0" err="1"/>
              <a:t>غذاهایی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ترجیحات</a:t>
            </a:r>
            <a:r>
              <a:rPr lang="en-US" dirty="0"/>
              <a:t> </a:t>
            </a:r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هماهنگ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rtl="1"/>
            <a:r>
              <a:rPr lang="en-US" b="1" dirty="0"/>
              <a:t>۲. </a:t>
            </a:r>
            <a:r>
              <a:rPr lang="en-US" b="1" dirty="0" err="1"/>
              <a:t>درک</a:t>
            </a:r>
            <a:r>
              <a:rPr lang="en-US" b="1" dirty="0"/>
              <a:t> </a:t>
            </a:r>
            <a:r>
              <a:rPr lang="en-US" b="1" dirty="0" err="1"/>
              <a:t>کنند</a:t>
            </a:r>
            <a:endParaRPr lang="en-US" b="1" dirty="0"/>
          </a:p>
          <a:p>
            <a:pPr rtl="1"/>
            <a:r>
              <a:rPr lang="en-US" dirty="0" err="1"/>
              <a:t>مواد</a:t>
            </a:r>
            <a:r>
              <a:rPr lang="en-US" dirty="0"/>
              <a:t> </a:t>
            </a:r>
            <a:r>
              <a:rPr lang="en-US" dirty="0" err="1"/>
              <a:t>تشکیل‌دهنده</a:t>
            </a:r>
            <a:r>
              <a:rPr lang="en-US" dirty="0"/>
              <a:t>،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و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مرتبط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مشاهده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</a:p>
          <a:p>
            <a:pPr rtl="1"/>
            <a:r>
              <a:rPr lang="en-US" b="1" dirty="0"/>
              <a:t>۳. </a:t>
            </a:r>
            <a:r>
              <a:rPr lang="en-US" b="1" dirty="0" err="1"/>
              <a:t>شخصی‌سازی</a:t>
            </a:r>
            <a:r>
              <a:rPr lang="en-US" b="1" dirty="0"/>
              <a:t> </a:t>
            </a:r>
            <a:r>
              <a:rPr lang="en-US" b="1" dirty="0" err="1"/>
              <a:t>کنند</a:t>
            </a:r>
            <a:endParaRPr lang="en-US" b="1" dirty="0"/>
          </a:p>
          <a:p>
            <a:pPr rtl="1"/>
            <a:r>
              <a:rPr lang="en-US" dirty="0" err="1"/>
              <a:t>پیشنهادهایی</a:t>
            </a:r>
            <a:r>
              <a:rPr lang="en-US" dirty="0"/>
              <a:t> </a:t>
            </a:r>
            <a:r>
              <a:rPr lang="en-US" dirty="0" err="1"/>
              <a:t>متناسب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نیازها</a:t>
            </a:r>
            <a:r>
              <a:rPr lang="en-US" dirty="0"/>
              <a:t> و </a:t>
            </a:r>
            <a:r>
              <a:rPr lang="en-US" dirty="0" err="1"/>
              <a:t>سبک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دریافت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</a:p>
          <a:p>
            <a:pPr rtl="1"/>
            <a:r>
              <a:rPr lang="en-US" b="1" dirty="0"/>
              <a:t>۴. </a:t>
            </a:r>
            <a:r>
              <a:rPr lang="en-US" b="1" dirty="0" err="1"/>
              <a:t>بهبود</a:t>
            </a:r>
            <a:r>
              <a:rPr lang="en-US" b="1" dirty="0"/>
              <a:t> </a:t>
            </a:r>
            <a:r>
              <a:rPr lang="en-US" b="1" dirty="0" err="1"/>
              <a:t>دهند</a:t>
            </a:r>
            <a:endParaRPr lang="en-US" b="1" dirty="0"/>
          </a:p>
          <a:p>
            <a:pPr rtl="1"/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مرور</a:t>
            </a:r>
            <a:r>
              <a:rPr lang="en-US" dirty="0"/>
              <a:t> </a:t>
            </a:r>
            <a:r>
              <a:rPr lang="en-US" dirty="0" err="1"/>
              <a:t>زمان</a:t>
            </a:r>
            <a:r>
              <a:rPr lang="en-US" dirty="0"/>
              <a:t> </a:t>
            </a:r>
            <a:r>
              <a:rPr lang="en-US" dirty="0" err="1"/>
              <a:t>عادت‌های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سالم‌تری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انتخاب</a:t>
            </a:r>
            <a:r>
              <a:rPr lang="en-US" b="1" dirty="0"/>
              <a:t>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endParaRPr lang="en-US" b="1" dirty="0"/>
          </a:p>
          <a:p>
            <a:pPr rtl="1"/>
            <a:r>
              <a:rPr lang="en-US" b="1" dirty="0" err="1"/>
              <a:t>تا</a:t>
            </a:r>
            <a:r>
              <a:rPr lang="en-US" b="1" dirty="0"/>
              <a:t> </a:t>
            </a:r>
            <a:r>
              <a:rPr lang="en-US" b="1" dirty="0" err="1"/>
              <a:t>گرفتن</a:t>
            </a:r>
            <a:r>
              <a:rPr lang="en-US" b="1" dirty="0"/>
              <a:t> </a:t>
            </a:r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تصمیم</a:t>
            </a:r>
            <a:r>
              <a:rPr lang="en-US" b="1" dirty="0"/>
              <a:t> </a:t>
            </a:r>
            <a:r>
              <a:rPr lang="en-US" b="1" dirty="0" err="1"/>
              <a:t>بهتر</a:t>
            </a:r>
            <a:r>
              <a:rPr lang="en-US" b="1" dirty="0"/>
              <a:t> </a:t>
            </a:r>
            <a:r>
              <a:rPr lang="en-US" b="1" dirty="0" err="1"/>
              <a:t>برای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.</a:t>
            </a:r>
            <a:endParaRPr lang="fa-IR" b="1" dirty="0"/>
          </a:p>
          <a:p>
            <a:pPr rtl="1"/>
            <a:endParaRPr lang="fa-IR" b="1" dirty="0"/>
          </a:p>
          <a:p>
            <a:pPr rtl="1"/>
            <a:r>
              <a:rPr lang="en-US" dirty="0" err="1"/>
              <a:t>اکنون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شناختیم</a:t>
            </a:r>
            <a:r>
              <a:rPr lang="en-US" dirty="0"/>
              <a:t>،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دهید</a:t>
            </a:r>
            <a:r>
              <a:rPr lang="en-US" dirty="0"/>
              <a:t> </a:t>
            </a:r>
            <a:r>
              <a:rPr lang="en-US" dirty="0" err="1"/>
              <a:t>بررسی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کسانی</a:t>
            </a:r>
            <a:r>
              <a:rPr lang="en-US" dirty="0"/>
              <a:t> </a:t>
            </a:r>
            <a:r>
              <a:rPr lang="en-US" dirty="0" err="1"/>
              <a:t>بیشترین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GINKOVA </a:t>
            </a:r>
            <a:r>
              <a:rPr lang="en-US" dirty="0" err="1"/>
              <a:t>دارند</a:t>
            </a:r>
            <a:r>
              <a:rPr lang="en-US" dirty="0"/>
              <a:t> و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کجا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خواهیم</a:t>
            </a:r>
            <a:r>
              <a:rPr lang="en-US" dirty="0"/>
              <a:t> </a:t>
            </a:r>
            <a:r>
              <a:rPr lang="en-US" dirty="0" err="1"/>
              <a:t>کرد</a:t>
            </a:r>
            <a:r>
              <a:rPr lang="en-US" dirty="0"/>
              <a:t>.</a:t>
            </a:r>
            <a:endParaRPr lang="en-US" b="1" dirty="0"/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2141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B94A-629F-C08E-E301-7D18A9716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296586-8708-CB04-FCAA-6FE7A4E46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One of the key principles behind GINKOVA is simplicity.</a:t>
            </a:r>
          </a:p>
          <a:p>
            <a:pPr algn="l"/>
            <a:r>
              <a:rPr lang="en-US" dirty="0"/>
              <a:t>We don't want users to feel that they are entering a complicated medical system.</a:t>
            </a:r>
          </a:p>
          <a:p>
            <a:pPr algn="l"/>
            <a:r>
              <a:rPr lang="en-US" dirty="0"/>
              <a:t>The experience should be as easy as ordering food, but much smarter.</a:t>
            </a:r>
          </a:p>
          <a:p>
            <a:pPr algn="l"/>
            <a:r>
              <a:rPr lang="en-US" dirty="0"/>
              <a:t>Users can discover meals that match their health goals, understand exactly what they are eating, and gradually receive more personalized recommendations.</a:t>
            </a:r>
          </a:p>
          <a:p>
            <a:pPr algn="l"/>
            <a:r>
              <a:rPr lang="en-US" dirty="0"/>
              <a:t>Over time, GINKOVA becomes more valuable because it learns from user preferences and creates a more personalized nutrition journey.</a:t>
            </a:r>
          </a:p>
          <a:p>
            <a:pPr algn="l"/>
            <a:r>
              <a:rPr lang="en-US" dirty="0"/>
              <a:t>Our goal is not to make food selection complicated.</a:t>
            </a:r>
          </a:p>
          <a:p>
            <a:pPr algn="l"/>
            <a:r>
              <a:rPr lang="en-US" dirty="0"/>
              <a:t>Our goal is to make healthy decisions easier.</a:t>
            </a:r>
          </a:p>
          <a:p>
            <a:br>
              <a:rPr lang="en-US" dirty="0"/>
            </a:br>
            <a:endParaRPr lang="en-US" b="1" dirty="0"/>
          </a:p>
          <a:p>
            <a:pPr algn="r" rtl="1"/>
            <a:r>
              <a:rPr lang="en-US" dirty="0" err="1"/>
              <a:t>یکی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اصول</a:t>
            </a:r>
            <a:r>
              <a:rPr lang="en-US" dirty="0"/>
              <a:t> </a:t>
            </a:r>
            <a:r>
              <a:rPr lang="en-US" dirty="0" err="1"/>
              <a:t>اصلی</a:t>
            </a:r>
            <a:r>
              <a:rPr lang="en-US" dirty="0"/>
              <a:t> GINKOVA </a:t>
            </a:r>
            <a:r>
              <a:rPr lang="en-US" dirty="0" err="1"/>
              <a:t>سادگی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نمی‌خواهیم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احساس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 </a:t>
            </a:r>
            <a:r>
              <a:rPr lang="en-US" dirty="0" err="1"/>
              <a:t>وارد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سیستم</a:t>
            </a:r>
            <a:r>
              <a:rPr lang="en-US" dirty="0"/>
              <a:t> </a:t>
            </a:r>
            <a:r>
              <a:rPr lang="en-US" dirty="0" err="1"/>
              <a:t>پزشکی</a:t>
            </a:r>
            <a:r>
              <a:rPr lang="en-US" dirty="0"/>
              <a:t> </a:t>
            </a:r>
            <a:r>
              <a:rPr lang="en-US" dirty="0" err="1"/>
              <a:t>پیچیده</a:t>
            </a:r>
            <a:r>
              <a:rPr lang="en-US" dirty="0"/>
              <a:t> </a:t>
            </a:r>
            <a:r>
              <a:rPr lang="en-US" dirty="0" err="1"/>
              <a:t>شده‌اند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سادگی</a:t>
            </a:r>
            <a:r>
              <a:rPr lang="en-US" dirty="0"/>
              <a:t> </a:t>
            </a:r>
            <a:r>
              <a:rPr lang="en-US" dirty="0" err="1"/>
              <a:t>سفارش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باشد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بسیار</a:t>
            </a:r>
            <a:r>
              <a:rPr lang="en-US" dirty="0"/>
              <a:t> </a:t>
            </a:r>
            <a:r>
              <a:rPr lang="en-US" dirty="0" err="1"/>
              <a:t>بیشتر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غذاهای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،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بدانند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 و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مرور</a:t>
            </a:r>
            <a:r>
              <a:rPr lang="en-US" dirty="0"/>
              <a:t>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شخصی‌سازی‌شده‌تری</a:t>
            </a:r>
            <a:r>
              <a:rPr lang="en-US" dirty="0"/>
              <a:t> </a:t>
            </a:r>
            <a:r>
              <a:rPr lang="en-US" dirty="0" err="1"/>
              <a:t>دریافت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گذشت</a:t>
            </a:r>
            <a:r>
              <a:rPr lang="en-US" dirty="0"/>
              <a:t> </a:t>
            </a:r>
            <a:r>
              <a:rPr lang="en-US" dirty="0" err="1"/>
              <a:t>زمان</a:t>
            </a:r>
            <a:r>
              <a:rPr lang="en-US" dirty="0"/>
              <a:t>، </a:t>
            </a:r>
            <a:r>
              <a:rPr lang="en-US" dirty="0" err="1"/>
              <a:t>ارزش</a:t>
            </a:r>
            <a:r>
              <a:rPr lang="en-US" dirty="0"/>
              <a:t> GINKOVA </a:t>
            </a:r>
            <a:r>
              <a:rPr lang="en-US" dirty="0" err="1"/>
              <a:t>افزایش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، </a:t>
            </a:r>
            <a:r>
              <a:rPr lang="en-US" dirty="0" err="1"/>
              <a:t>زیرا</a:t>
            </a:r>
            <a:r>
              <a:rPr lang="en-US" dirty="0"/>
              <a:t> </a:t>
            </a:r>
            <a:r>
              <a:rPr lang="en-US" dirty="0" err="1"/>
              <a:t>سیستم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ترجیحات</a:t>
            </a:r>
            <a:r>
              <a:rPr lang="en-US" dirty="0"/>
              <a:t> و </a:t>
            </a:r>
            <a:r>
              <a:rPr lang="en-US" dirty="0" err="1"/>
              <a:t>رفتار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یاد</a:t>
            </a:r>
            <a:r>
              <a:rPr lang="en-US" dirty="0"/>
              <a:t> </a:t>
            </a:r>
            <a:r>
              <a:rPr lang="en-US" dirty="0" err="1"/>
              <a:t>می‌گیرد</a:t>
            </a:r>
            <a:r>
              <a:rPr lang="en-US" dirty="0"/>
              <a:t> و </a:t>
            </a:r>
            <a:r>
              <a:rPr lang="en-US" dirty="0" err="1"/>
              <a:t>مسیر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شخصی‌تری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پیچیده</a:t>
            </a:r>
            <a:r>
              <a:rPr lang="en-US" dirty="0"/>
              <a:t> </a:t>
            </a:r>
            <a:r>
              <a:rPr lang="en-US" dirty="0" err="1"/>
              <a:t>کردن</a:t>
            </a:r>
            <a:r>
              <a:rPr lang="en-US" dirty="0"/>
              <a:t> </a:t>
            </a:r>
            <a:r>
              <a:rPr lang="en-US" dirty="0" err="1"/>
              <a:t>انتخاب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؛</a:t>
            </a:r>
          </a:p>
          <a:p>
            <a:pPr algn="r" rtl="1"/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ساده‌تر</a:t>
            </a:r>
            <a:r>
              <a:rPr lang="en-US" dirty="0"/>
              <a:t> </a:t>
            </a:r>
            <a:r>
              <a:rPr lang="en-US" dirty="0" err="1"/>
              <a:t>کردن</a:t>
            </a:r>
            <a:r>
              <a:rPr lang="en-US" dirty="0"/>
              <a:t> </a:t>
            </a:r>
            <a:r>
              <a:rPr lang="en-US" dirty="0" err="1"/>
              <a:t>انتخاب‌های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24546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CD12-DC4B-2686-4D0A-E6D62767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DAA560-14D9-400A-191C-F62488DA3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pPr rtl="1"/>
            <a:r>
              <a:rPr lang="fa-IR" b="1" dirty="0"/>
              <a:t>برای خودم</a:t>
            </a:r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۱: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کاربران</a:t>
            </a:r>
            <a:r>
              <a:rPr lang="en-US" b="1" dirty="0"/>
              <a:t> </a:t>
            </a:r>
            <a:r>
              <a:rPr lang="en-US" b="1" dirty="0" err="1"/>
              <a:t>حاضر</a:t>
            </a:r>
            <a:r>
              <a:rPr lang="en-US" b="1" dirty="0"/>
              <a:t> </a:t>
            </a:r>
            <a:r>
              <a:rPr lang="en-US" b="1" dirty="0" err="1"/>
              <a:t>هستند</a:t>
            </a:r>
            <a:r>
              <a:rPr lang="en-US" b="1" dirty="0"/>
              <a:t> </a:t>
            </a:r>
            <a:r>
              <a:rPr lang="en-US" b="1" dirty="0" err="1"/>
              <a:t>اطلاعات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خود</a:t>
            </a:r>
            <a:r>
              <a:rPr lang="en-US" b="1" dirty="0"/>
              <a:t>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وارد</a:t>
            </a:r>
            <a:r>
              <a:rPr lang="en-US" b="1" dirty="0"/>
              <a:t> </a:t>
            </a:r>
            <a:r>
              <a:rPr lang="en-US" b="1" dirty="0" err="1"/>
              <a:t>کنند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ثبت‌نام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مشاهده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 </a:t>
            </a:r>
            <a:r>
              <a:rPr lang="en-US" dirty="0" err="1"/>
              <a:t>اجباری</a:t>
            </a:r>
            <a:r>
              <a:rPr lang="en-US" dirty="0"/>
              <a:t> </a:t>
            </a:r>
            <a:r>
              <a:rPr lang="en-US" dirty="0" err="1"/>
              <a:t>نمی‌کنیم</a:t>
            </a:r>
            <a:r>
              <a:rPr lang="en-US" dirty="0"/>
              <a:t>.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خدمات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درخواست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 و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مرور</a:t>
            </a:r>
            <a:r>
              <a:rPr lang="en-US" dirty="0"/>
              <a:t> </a:t>
            </a:r>
            <a:r>
              <a:rPr lang="en-US" dirty="0" err="1"/>
              <a:t>تکمیل</a:t>
            </a:r>
            <a:r>
              <a:rPr lang="en-US" dirty="0"/>
              <a:t> </a:t>
            </a:r>
            <a:r>
              <a:rPr lang="en-US" dirty="0" err="1"/>
              <a:t>خواهد</a:t>
            </a:r>
            <a:r>
              <a:rPr lang="en-US" dirty="0"/>
              <a:t> </a:t>
            </a:r>
            <a:r>
              <a:rPr lang="en-US" dirty="0" err="1"/>
              <a:t>شد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۲:</a:t>
            </a:r>
          </a:p>
          <a:p>
            <a:pPr rtl="1"/>
            <a:r>
              <a:rPr lang="en-US" b="1" dirty="0" err="1"/>
              <a:t>چگونه</a:t>
            </a:r>
            <a:r>
              <a:rPr lang="en-US" b="1" dirty="0"/>
              <a:t> </a:t>
            </a:r>
            <a:r>
              <a:rPr lang="en-US" b="1" dirty="0" err="1"/>
              <a:t>پیشنهادهای</a:t>
            </a:r>
            <a:r>
              <a:rPr lang="en-US" b="1" dirty="0"/>
              <a:t> </a:t>
            </a:r>
            <a:r>
              <a:rPr lang="en-US" b="1" dirty="0" err="1"/>
              <a:t>غذایی</a:t>
            </a:r>
            <a:r>
              <a:rPr lang="en-US" b="1" dirty="0"/>
              <a:t> </a:t>
            </a:r>
            <a:r>
              <a:rPr lang="en-US" b="1" dirty="0" err="1"/>
              <a:t>شخصی</a:t>
            </a:r>
            <a:r>
              <a:rPr lang="en-US" b="1" dirty="0"/>
              <a:t> </a:t>
            </a:r>
            <a:r>
              <a:rPr lang="en-US" b="1" dirty="0" err="1"/>
              <a:t>ایجاد</a:t>
            </a:r>
            <a:r>
              <a:rPr lang="en-US" b="1" dirty="0"/>
              <a:t> </a:t>
            </a:r>
            <a:r>
              <a:rPr lang="en-US" b="1" dirty="0" err="1"/>
              <a:t>می‌کنید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نسخه</a:t>
            </a:r>
            <a:r>
              <a:rPr lang="en-US" dirty="0"/>
              <a:t> </a:t>
            </a:r>
            <a:r>
              <a:rPr lang="en-US" dirty="0" err="1"/>
              <a:t>اول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،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قواعد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استاندارد</a:t>
            </a:r>
            <a:r>
              <a:rPr lang="en-US" dirty="0"/>
              <a:t> </a:t>
            </a:r>
            <a:r>
              <a:rPr lang="en-US" dirty="0" err="1"/>
              <a:t>عمل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.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آینده</a:t>
            </a:r>
            <a:r>
              <a:rPr lang="en-US" dirty="0"/>
              <a:t> AI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پیشنهادها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هوشمندتر</a:t>
            </a:r>
            <a:r>
              <a:rPr lang="en-US" dirty="0"/>
              <a:t> </a:t>
            </a:r>
            <a:r>
              <a:rPr lang="en-US" dirty="0" err="1"/>
              <a:t>خواهد</a:t>
            </a:r>
            <a:r>
              <a:rPr lang="en-US" dirty="0"/>
              <a:t> </a:t>
            </a:r>
            <a:r>
              <a:rPr lang="en-US" dirty="0" err="1"/>
              <a:t>کرد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۳: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کاربران</a:t>
            </a:r>
            <a:r>
              <a:rPr lang="en-US" b="1" dirty="0"/>
              <a:t> </a:t>
            </a:r>
            <a:r>
              <a:rPr lang="en-US" b="1" dirty="0" err="1"/>
              <a:t>سالم</a:t>
            </a:r>
            <a:r>
              <a:rPr lang="en-US" b="1" dirty="0"/>
              <a:t> </a:t>
            </a:r>
            <a:r>
              <a:rPr lang="en-US" b="1" dirty="0" err="1"/>
              <a:t>هم</a:t>
            </a:r>
            <a:r>
              <a:rPr lang="en-US" b="1" dirty="0"/>
              <a:t> </a:t>
            </a:r>
            <a:r>
              <a:rPr lang="en-US" b="1" dirty="0" err="1"/>
              <a:t>مشتری</a:t>
            </a:r>
            <a:r>
              <a:rPr lang="en-US" b="1" dirty="0"/>
              <a:t> </a:t>
            </a:r>
            <a:r>
              <a:rPr lang="en-US" b="1" dirty="0" err="1"/>
              <a:t>شما</a:t>
            </a:r>
            <a:r>
              <a:rPr lang="en-US" b="1" dirty="0"/>
              <a:t> </a:t>
            </a:r>
            <a:r>
              <a:rPr lang="en-US" b="1" dirty="0" err="1"/>
              <a:t>هستند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بله</a:t>
            </a:r>
            <a:r>
              <a:rPr lang="en-US" dirty="0"/>
              <a:t>. </a:t>
            </a:r>
            <a:r>
              <a:rPr lang="en-US" dirty="0" err="1"/>
              <a:t>بیماران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نهایی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 </a:t>
            </a:r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می‌خواهند</a:t>
            </a:r>
            <a:r>
              <a:rPr lang="en-US" dirty="0"/>
              <a:t> </a:t>
            </a:r>
            <a:r>
              <a:rPr lang="en-US" dirty="0" err="1"/>
              <a:t>سالم‌تر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dirty="0" err="1"/>
              <a:t>حمیدجان</a:t>
            </a:r>
            <a:r>
              <a:rPr lang="en-US" dirty="0"/>
              <a:t>،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اسلاید</a:t>
            </a:r>
            <a:r>
              <a:rPr lang="en-US" dirty="0"/>
              <a:t>، </a:t>
            </a:r>
            <a:r>
              <a:rPr lang="en-US" dirty="0" err="1"/>
              <a:t>بخش</a:t>
            </a:r>
            <a:r>
              <a:rPr lang="en-US" dirty="0"/>
              <a:t> </a:t>
            </a:r>
            <a:r>
              <a:rPr lang="en-US" b="1" dirty="0"/>
              <a:t>Solution &amp; Product</a:t>
            </a:r>
            <a:r>
              <a:rPr lang="en-US" dirty="0"/>
              <a:t> </a:t>
            </a:r>
            <a:r>
              <a:rPr lang="en-US" dirty="0" err="1"/>
              <a:t>تقریباً</a:t>
            </a:r>
            <a:r>
              <a:rPr lang="en-US" dirty="0"/>
              <a:t> </a:t>
            </a:r>
            <a:r>
              <a:rPr lang="en-US" dirty="0" err="1"/>
              <a:t>کامل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.</a:t>
            </a:r>
          </a:p>
          <a:p>
            <a:pPr rtl="1"/>
            <a:r>
              <a:rPr lang="en-US" dirty="0" err="1"/>
              <a:t>تا</a:t>
            </a:r>
            <a:r>
              <a:rPr lang="en-US" dirty="0"/>
              <a:t> </a:t>
            </a:r>
            <a:r>
              <a:rPr lang="en-US" dirty="0" err="1"/>
              <a:t>اینجا</a:t>
            </a:r>
            <a:r>
              <a:rPr lang="en-US" dirty="0"/>
              <a:t> </a:t>
            </a:r>
            <a:r>
              <a:rPr lang="en-US" dirty="0" err="1"/>
              <a:t>داریم</a:t>
            </a:r>
            <a:r>
              <a:rPr lang="en-US" dirty="0"/>
              <a:t>:</a:t>
            </a:r>
          </a:p>
          <a:p>
            <a:pPr rtl="1"/>
            <a:r>
              <a:rPr lang="en-US" b="1" dirty="0"/>
              <a:t>Slide 5:</a:t>
            </a:r>
            <a:r>
              <a:rPr lang="en-US" dirty="0"/>
              <a:t> </a:t>
            </a:r>
            <a:r>
              <a:rPr lang="en-US" dirty="0" err="1"/>
              <a:t>چرا</a:t>
            </a:r>
            <a:r>
              <a:rPr lang="en-US" dirty="0"/>
              <a:t> </a:t>
            </a:r>
            <a:r>
              <a:rPr lang="en-US" dirty="0" err="1"/>
              <a:t>متفاوت</a:t>
            </a:r>
            <a:r>
              <a:rPr lang="en-US" dirty="0"/>
              <a:t> </a:t>
            </a:r>
            <a:r>
              <a:rPr lang="en-US" dirty="0" err="1"/>
              <a:t>هستیم</a:t>
            </a:r>
            <a:r>
              <a:rPr lang="en-US" dirty="0"/>
              <a:t>؟</a:t>
            </a:r>
            <a:br>
              <a:rPr lang="en-US" dirty="0"/>
            </a:br>
            <a:r>
              <a:rPr lang="en-US" b="1" dirty="0"/>
              <a:t>Slide 6: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چیست</a:t>
            </a:r>
            <a:r>
              <a:rPr lang="en-US" dirty="0"/>
              <a:t>؟</a:t>
            </a:r>
            <a:br>
              <a:rPr lang="en-US" dirty="0"/>
            </a:br>
            <a:r>
              <a:rPr lang="en-US" b="1" dirty="0"/>
              <a:t>Slide 7: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چگونه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؟</a:t>
            </a:r>
          </a:p>
        </p:txBody>
      </p:sp>
    </p:spTree>
    <p:extLst>
      <p:ext uri="{BB962C8B-B14F-4D97-AF65-F5344CB8AC3E}">
        <p14:creationId xmlns:p14="http://schemas.microsoft.com/office/powerpoint/2010/main" val="1609398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6F9E-A468-B04C-48BC-CAA2B7613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B288-3CC7-0D8E-06BF-8C88BA0C8D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 &amp; Business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3C9F5-A287-64DB-9A88-D8C16BC8E9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rtl="1"/>
            <a:r>
              <a:rPr lang="fa-IR" dirty="0"/>
              <a:t>شرکت اسمارت </a:t>
            </a:r>
            <a:r>
              <a:rPr lang="en-US" dirty="0"/>
              <a:t>AI</a:t>
            </a:r>
            <a:r>
              <a:rPr lang="fa-IR" dirty="0"/>
              <a:t> سیستم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777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A72A-3E1B-8CDD-E8AC-33FDB3D4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C51E27-82F9-F35F-84A9-8559604F1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Our First Customers</a:t>
            </a:r>
          </a:p>
          <a:p>
            <a:r>
              <a:rPr lang="en-US" b="1" dirty="0"/>
              <a:t>Starting with people who need nutrition support the most</a:t>
            </a:r>
          </a:p>
          <a:p>
            <a:r>
              <a:rPr lang="en-US" b="1" dirty="0"/>
              <a:t>Primary Target Groups:</a:t>
            </a:r>
          </a:p>
          <a:p>
            <a:r>
              <a:rPr lang="en-US" dirty="0"/>
              <a:t>🩺 People managing diabetes</a:t>
            </a:r>
          </a:p>
          <a:p>
            <a:r>
              <a:rPr lang="en-US" dirty="0"/>
              <a:t>Type 1 &amp; Type 2 diabetes </a:t>
            </a:r>
          </a:p>
          <a:p>
            <a:r>
              <a:rPr lang="en-US" dirty="0"/>
              <a:t>Pre-diabetes </a:t>
            </a:r>
          </a:p>
          <a:p>
            <a:r>
              <a:rPr lang="en-US" dirty="0"/>
              <a:t>❤️ People with health-related nutrition needs</a:t>
            </a:r>
          </a:p>
          <a:p>
            <a:r>
              <a:rPr lang="en-US" dirty="0"/>
              <a:t>Weight management </a:t>
            </a:r>
          </a:p>
          <a:p>
            <a:r>
              <a:rPr lang="en-US" dirty="0"/>
              <a:t>Fatty liver support </a:t>
            </a:r>
          </a:p>
          <a:p>
            <a:r>
              <a:rPr lang="en-US" dirty="0"/>
              <a:t>Heart health &amp; low-sodium diets </a:t>
            </a:r>
          </a:p>
          <a:p>
            <a:r>
              <a:rPr lang="en-US" dirty="0"/>
              <a:t>👵 Healthy Aging</a:t>
            </a:r>
          </a:p>
          <a:p>
            <a:r>
              <a:rPr lang="en-US" dirty="0"/>
              <a:t>Elderly individuals requiring balanced nutrition </a:t>
            </a:r>
          </a:p>
          <a:p>
            <a:r>
              <a:rPr lang="en-US" dirty="0"/>
              <a:t>🌱 Health-conscious individuals</a:t>
            </a:r>
          </a:p>
          <a:p>
            <a:r>
              <a:rPr lang="en-US" dirty="0"/>
              <a:t>People seeking better lifestyle choices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Start with high-need users.</a:t>
            </a:r>
          </a:p>
          <a:p>
            <a:r>
              <a:rPr lang="en-US" b="1" dirty="0"/>
              <a:t>Expand to everyone who values healthier living.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Now that we know who our first customers are, let's look at the business opportunity and how GINKOVA creates sustainable revenue.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124AB55F-8E78-1E39-5C51-52D8AF80C2ED}"/>
              </a:ext>
            </a:extLst>
          </p:cNvPr>
          <p:cNvSpPr/>
          <p:nvPr/>
        </p:nvSpPr>
        <p:spPr>
          <a:xfrm>
            <a:off x="241539" y="109268"/>
            <a:ext cx="2518913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 </a:t>
            </a:r>
            <a:r>
              <a:rPr lang="fa-IR" dirty="0"/>
              <a:t>8</a:t>
            </a:r>
            <a:endParaRPr lang="en-US" dirty="0"/>
          </a:p>
          <a:p>
            <a:pPr algn="ctr"/>
            <a:r>
              <a:rPr lang="en-US" dirty="0"/>
              <a:t>Target Market &amp; First Customers</a:t>
            </a:r>
          </a:p>
        </p:txBody>
      </p:sp>
    </p:spTree>
    <p:extLst>
      <p:ext uri="{BB962C8B-B14F-4D97-AF65-F5344CB8AC3E}">
        <p14:creationId xmlns:p14="http://schemas.microsoft.com/office/powerpoint/2010/main" val="2786187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0E08-3FAF-5EC1-2BE8-052C65C4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8B7360-DB0C-AA52-4455-7219FDFD0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pPr rtl="1"/>
            <a:r>
              <a:rPr lang="en-US" b="1" dirty="0" err="1"/>
              <a:t>ترجمه</a:t>
            </a:r>
            <a:r>
              <a:rPr lang="en-US" b="1" dirty="0"/>
              <a:t> </a:t>
            </a:r>
            <a:r>
              <a:rPr lang="en-US" b="1" dirty="0" err="1"/>
              <a:t>فارسی</a:t>
            </a:r>
            <a:r>
              <a:rPr lang="en-US" b="1" dirty="0"/>
              <a:t> </a:t>
            </a:r>
            <a:r>
              <a:rPr lang="en-US" b="1" dirty="0" err="1"/>
              <a:t>متن</a:t>
            </a:r>
            <a:r>
              <a:rPr lang="en-US" b="1" dirty="0"/>
              <a:t> </a:t>
            </a:r>
            <a:r>
              <a:rPr lang="en-US" b="1" dirty="0" err="1"/>
              <a:t>اسلاید</a:t>
            </a:r>
            <a:endParaRPr lang="en-US" b="1" dirty="0"/>
          </a:p>
          <a:p>
            <a:pPr rtl="1"/>
            <a:r>
              <a:rPr lang="en-US" b="1" dirty="0" err="1"/>
              <a:t>اولین</a:t>
            </a:r>
            <a:r>
              <a:rPr lang="en-US" b="1" dirty="0"/>
              <a:t> </a:t>
            </a:r>
            <a:r>
              <a:rPr lang="en-US" b="1" dirty="0" err="1"/>
              <a:t>مشتریان</a:t>
            </a:r>
            <a:r>
              <a:rPr lang="en-US" b="1" dirty="0"/>
              <a:t> </a:t>
            </a:r>
            <a:r>
              <a:rPr lang="en-US" b="1" dirty="0" err="1"/>
              <a:t>ما</a:t>
            </a:r>
            <a:endParaRPr lang="en-US" b="1" dirty="0"/>
          </a:p>
          <a:p>
            <a:pPr rtl="1"/>
            <a:r>
              <a:rPr lang="en-US" b="1" dirty="0" err="1"/>
              <a:t>شروع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افرادی</a:t>
            </a:r>
            <a:r>
              <a:rPr lang="en-US" b="1" dirty="0"/>
              <a:t> </a:t>
            </a:r>
            <a:r>
              <a:rPr lang="en-US" b="1" dirty="0" err="1"/>
              <a:t>که</a:t>
            </a:r>
            <a:r>
              <a:rPr lang="en-US" b="1" dirty="0"/>
              <a:t> </a:t>
            </a:r>
            <a:r>
              <a:rPr lang="en-US" b="1" dirty="0" err="1"/>
              <a:t>بیشترین</a:t>
            </a:r>
            <a:r>
              <a:rPr lang="en-US" b="1" dirty="0"/>
              <a:t> </a:t>
            </a:r>
            <a:r>
              <a:rPr lang="en-US" b="1" dirty="0" err="1"/>
              <a:t>نیاز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حمایت</a:t>
            </a:r>
            <a:r>
              <a:rPr lang="en-US" b="1" dirty="0"/>
              <a:t> </a:t>
            </a:r>
            <a:r>
              <a:rPr lang="en-US" b="1" dirty="0" err="1"/>
              <a:t>تغذیه‌ای</a:t>
            </a:r>
            <a:r>
              <a:rPr lang="en-US" b="1" dirty="0"/>
              <a:t> </a:t>
            </a:r>
            <a:r>
              <a:rPr lang="en-US" b="1" dirty="0" err="1"/>
              <a:t>دارند</a:t>
            </a:r>
            <a:endParaRPr lang="en-US" b="1" dirty="0"/>
          </a:p>
          <a:p>
            <a:pPr rtl="1"/>
            <a:r>
              <a:rPr lang="en-US" b="1" dirty="0" err="1"/>
              <a:t>گروه‌های</a:t>
            </a:r>
            <a:r>
              <a:rPr lang="en-US" b="1" dirty="0"/>
              <a:t> </a:t>
            </a:r>
            <a:r>
              <a:rPr lang="en-US" b="1" dirty="0" err="1"/>
              <a:t>هدف</a:t>
            </a:r>
            <a:r>
              <a:rPr lang="en-US" b="1" dirty="0"/>
              <a:t> </a:t>
            </a:r>
            <a:r>
              <a:rPr lang="en-US" b="1" dirty="0" err="1"/>
              <a:t>اصلی</a:t>
            </a:r>
            <a:r>
              <a:rPr lang="en-US" b="1" dirty="0"/>
              <a:t>:</a:t>
            </a:r>
          </a:p>
          <a:p>
            <a:pPr rtl="1"/>
            <a:r>
              <a:rPr lang="en-US" dirty="0"/>
              <a:t>🩺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درگیر</a:t>
            </a:r>
            <a:r>
              <a:rPr lang="en-US" dirty="0"/>
              <a:t> </a:t>
            </a:r>
            <a:r>
              <a:rPr lang="en-US" dirty="0" err="1"/>
              <a:t>مدیریت</a:t>
            </a:r>
            <a:r>
              <a:rPr lang="en-US" dirty="0"/>
              <a:t> </a:t>
            </a:r>
            <a:r>
              <a:rPr lang="en-US" dirty="0" err="1"/>
              <a:t>دیابت</a:t>
            </a:r>
            <a:endParaRPr lang="en-US" dirty="0"/>
          </a:p>
          <a:p>
            <a:pPr rtl="1"/>
            <a:r>
              <a:rPr lang="en-US" dirty="0" err="1"/>
              <a:t>دیابت</a:t>
            </a:r>
            <a:r>
              <a:rPr lang="en-US" dirty="0"/>
              <a:t> </a:t>
            </a:r>
            <a:r>
              <a:rPr lang="en-US" dirty="0" err="1"/>
              <a:t>نوع</a:t>
            </a:r>
            <a:r>
              <a:rPr lang="en-US" dirty="0"/>
              <a:t> ۱ و </a:t>
            </a:r>
            <a:r>
              <a:rPr lang="en-US" dirty="0" err="1"/>
              <a:t>نوع</a:t>
            </a:r>
            <a:r>
              <a:rPr lang="en-US" dirty="0"/>
              <a:t> ۲ </a:t>
            </a:r>
          </a:p>
          <a:p>
            <a:pPr rtl="1"/>
            <a:r>
              <a:rPr lang="en-US" dirty="0" err="1"/>
              <a:t>پیش‌دیابت</a:t>
            </a:r>
            <a:r>
              <a:rPr lang="en-US" dirty="0"/>
              <a:t> </a:t>
            </a:r>
          </a:p>
          <a:p>
            <a:pPr rtl="1"/>
            <a:r>
              <a:rPr lang="en-US" dirty="0"/>
              <a:t>❤️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مرتبط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سلامت</a:t>
            </a:r>
            <a:endParaRPr lang="en-US" dirty="0"/>
          </a:p>
          <a:p>
            <a:pPr rtl="1"/>
            <a:r>
              <a:rPr lang="en-US" dirty="0" err="1"/>
              <a:t>کنترل</a:t>
            </a:r>
            <a:r>
              <a:rPr lang="en-US" dirty="0"/>
              <a:t> </a:t>
            </a:r>
            <a:r>
              <a:rPr lang="en-US" dirty="0" err="1"/>
              <a:t>وزن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حمایت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کبد</a:t>
            </a:r>
            <a:r>
              <a:rPr lang="en-US" dirty="0"/>
              <a:t> </a:t>
            </a:r>
            <a:r>
              <a:rPr lang="en-US" dirty="0" err="1"/>
              <a:t>چرب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قلب</a:t>
            </a:r>
            <a:r>
              <a:rPr lang="en-US" dirty="0"/>
              <a:t> و </a:t>
            </a:r>
            <a:r>
              <a:rPr lang="en-US" dirty="0" err="1"/>
              <a:t>رژیم</a:t>
            </a:r>
            <a:r>
              <a:rPr lang="en-US" dirty="0"/>
              <a:t> </a:t>
            </a:r>
            <a:r>
              <a:rPr lang="en-US" dirty="0" err="1"/>
              <a:t>کم‌نمک</a:t>
            </a:r>
            <a:r>
              <a:rPr lang="en-US" dirty="0"/>
              <a:t> </a:t>
            </a:r>
          </a:p>
          <a:p>
            <a:pPr rtl="1"/>
            <a:r>
              <a:rPr lang="en-US" dirty="0"/>
              <a:t>👵 </a:t>
            </a:r>
            <a:r>
              <a:rPr lang="en-US" dirty="0" err="1"/>
              <a:t>سالمندی</a:t>
            </a:r>
            <a:r>
              <a:rPr lang="en-US" dirty="0"/>
              <a:t> </a:t>
            </a:r>
            <a:r>
              <a:rPr lang="en-US" dirty="0" err="1"/>
              <a:t>سالم</a:t>
            </a:r>
            <a:endParaRPr lang="en-US" dirty="0"/>
          </a:p>
          <a:p>
            <a:pPr rtl="1"/>
            <a:r>
              <a:rPr lang="en-US" dirty="0" err="1"/>
              <a:t>سالمندانی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متعادل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 </a:t>
            </a:r>
          </a:p>
          <a:p>
            <a:pPr rtl="1"/>
            <a:r>
              <a:rPr lang="en-US" dirty="0"/>
              <a:t>🌱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علاقه‌مند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endParaRPr lang="en-US" dirty="0"/>
          </a:p>
          <a:p>
            <a:pPr rtl="1"/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دنبال</a:t>
            </a:r>
            <a:r>
              <a:rPr lang="en-US" dirty="0"/>
              <a:t> </a:t>
            </a:r>
            <a:r>
              <a:rPr lang="en-US" dirty="0" err="1"/>
              <a:t>سبک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 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شروع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کاربران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نیاز</a:t>
            </a:r>
            <a:r>
              <a:rPr lang="en-US" b="1" dirty="0"/>
              <a:t> </a:t>
            </a:r>
            <a:r>
              <a:rPr lang="en-US" b="1" dirty="0" err="1"/>
              <a:t>بالا</a:t>
            </a:r>
            <a:r>
              <a:rPr lang="en-US" b="1" dirty="0"/>
              <a:t>.</a:t>
            </a:r>
          </a:p>
          <a:p>
            <a:pPr rtl="1"/>
            <a:r>
              <a:rPr lang="en-US" b="1" dirty="0" err="1"/>
              <a:t>توسعه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سمت</a:t>
            </a:r>
            <a:r>
              <a:rPr lang="en-US" b="1" dirty="0"/>
              <a:t> </a:t>
            </a:r>
            <a:r>
              <a:rPr lang="en-US" b="1" dirty="0" err="1"/>
              <a:t>همه</a:t>
            </a:r>
            <a:r>
              <a:rPr lang="en-US" b="1" dirty="0"/>
              <a:t> </a:t>
            </a:r>
            <a:r>
              <a:rPr lang="en-US" b="1" dirty="0" err="1"/>
              <a:t>کسانی</a:t>
            </a:r>
            <a:r>
              <a:rPr lang="en-US" b="1" dirty="0"/>
              <a:t> </a:t>
            </a:r>
            <a:r>
              <a:rPr lang="en-US" b="1" dirty="0" err="1"/>
              <a:t>که</a:t>
            </a:r>
            <a:r>
              <a:rPr lang="en-US" b="1" dirty="0"/>
              <a:t> </a:t>
            </a:r>
            <a:r>
              <a:rPr lang="en-US" b="1" dirty="0" err="1"/>
              <a:t>زندگی</a:t>
            </a:r>
            <a:r>
              <a:rPr lang="en-US" b="1" dirty="0"/>
              <a:t> </a:t>
            </a:r>
            <a:r>
              <a:rPr lang="en-US" b="1" dirty="0" err="1"/>
              <a:t>سالم‌تر</a:t>
            </a:r>
            <a:r>
              <a:rPr lang="en-US" b="1" dirty="0"/>
              <a:t> </a:t>
            </a:r>
            <a:r>
              <a:rPr lang="en-US" b="1" dirty="0" err="1"/>
              <a:t>می‌خواهند</a:t>
            </a:r>
            <a:r>
              <a:rPr lang="en-US" b="1" dirty="0"/>
              <a:t>.</a:t>
            </a:r>
            <a:endParaRPr lang="fa-IR" b="1" dirty="0"/>
          </a:p>
          <a:p>
            <a:pPr rtl="1"/>
            <a:endParaRPr lang="fa-IR" b="1" dirty="0"/>
          </a:p>
          <a:p>
            <a:pPr rtl="1"/>
            <a:r>
              <a:rPr lang="en-US" dirty="0" err="1"/>
              <a:t>اکنون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مشتریان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شناختیم</a:t>
            </a:r>
            <a:r>
              <a:rPr lang="en-US" dirty="0"/>
              <a:t>،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دهید</a:t>
            </a:r>
            <a:r>
              <a:rPr lang="en-US" dirty="0"/>
              <a:t> </a:t>
            </a:r>
            <a:r>
              <a:rPr lang="en-US" dirty="0" err="1"/>
              <a:t>فرصت</a:t>
            </a:r>
            <a:r>
              <a:rPr lang="en-US" dirty="0"/>
              <a:t> </a:t>
            </a:r>
            <a:r>
              <a:rPr lang="en-US" dirty="0" err="1"/>
              <a:t>کسب‌وکار</a:t>
            </a:r>
            <a:r>
              <a:rPr lang="en-US" dirty="0"/>
              <a:t> و </a:t>
            </a:r>
            <a:r>
              <a:rPr lang="en-US" dirty="0" err="1"/>
              <a:t>مدل</a:t>
            </a:r>
            <a:r>
              <a:rPr lang="en-US" dirty="0"/>
              <a:t> </a:t>
            </a:r>
            <a:r>
              <a:rPr lang="en-US" dirty="0" err="1"/>
              <a:t>درآمدی</a:t>
            </a:r>
            <a:r>
              <a:rPr lang="en-US" dirty="0"/>
              <a:t> </a:t>
            </a:r>
            <a:r>
              <a:rPr lang="en-US" dirty="0" err="1"/>
              <a:t>پایدار</a:t>
            </a:r>
            <a:r>
              <a:rPr lang="en-US" dirty="0"/>
              <a:t> GINKOVA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بررسی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rtl="1"/>
            <a:endParaRPr lang="en-US" b="1" dirty="0"/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5753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22143-0ECB-8FD4-0011-65AB63A0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882A4F-070E-EC89-99B3-48876A572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Although our long-term vision is to serve everyone who wants to live healthier, we understand the importance of starting with a focused market.</a:t>
            </a:r>
          </a:p>
          <a:p>
            <a:pPr algn="l"/>
            <a:r>
              <a:rPr lang="en-US" dirty="0"/>
              <a:t>Our first customers are people who already feel the pain of making daily food decisions.</a:t>
            </a:r>
          </a:p>
          <a:p>
            <a:pPr algn="l"/>
            <a:r>
              <a:rPr lang="en-US" dirty="0"/>
              <a:t>This includes individuals managing diabetes, people with specific nutritional needs, elderly individuals, and people who are actively trying to improve their lifestyle.</a:t>
            </a:r>
          </a:p>
          <a:p>
            <a:pPr algn="l"/>
            <a:r>
              <a:rPr lang="en-US" dirty="0"/>
              <a:t>These users have a stronger motivation to use a personalized nutrition solution because food directly affects their daily health decisions.</a:t>
            </a:r>
          </a:p>
          <a:p>
            <a:pPr algn="l"/>
            <a:r>
              <a:rPr lang="en-US" dirty="0"/>
              <a:t>After building trust and collecting real user data, we can expand to a much broader health-conscious market.</a:t>
            </a:r>
          </a:p>
          <a:p>
            <a:endParaRPr lang="en-US" b="1" dirty="0"/>
          </a:p>
          <a:p>
            <a:endParaRPr lang="en-US" b="1" dirty="0"/>
          </a:p>
          <a:p>
            <a:pPr algn="r" rtl="1"/>
            <a:r>
              <a:rPr lang="en-US" dirty="0" err="1"/>
              <a:t>اگرچه</a:t>
            </a:r>
            <a:r>
              <a:rPr lang="en-US" dirty="0"/>
              <a:t> </a:t>
            </a:r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خدمت‌رسانی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 </a:t>
            </a:r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می‌خواهند</a:t>
            </a:r>
            <a:r>
              <a:rPr lang="en-US" dirty="0"/>
              <a:t> </a:t>
            </a:r>
            <a:r>
              <a:rPr lang="en-US" dirty="0" err="1"/>
              <a:t>سالم‌تر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می‌دانیم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</a:t>
            </a:r>
            <a:r>
              <a:rPr lang="en-US" dirty="0" err="1"/>
              <a:t>مشخص</a:t>
            </a:r>
            <a:r>
              <a:rPr lang="en-US" dirty="0"/>
              <a:t>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مشتریان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بیشترین</a:t>
            </a:r>
            <a:r>
              <a:rPr lang="en-US" dirty="0"/>
              <a:t> </a:t>
            </a:r>
            <a:r>
              <a:rPr lang="en-US" dirty="0" err="1"/>
              <a:t>درد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انتخاب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گروه</a:t>
            </a:r>
            <a:r>
              <a:rPr lang="en-US" dirty="0"/>
              <a:t> </a:t>
            </a:r>
            <a:r>
              <a:rPr lang="en-US" dirty="0" err="1"/>
              <a:t>شامل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مبتلا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،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دارای</a:t>
            </a:r>
            <a:r>
              <a:rPr lang="en-US" dirty="0"/>
              <a:t>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خاص</a:t>
            </a:r>
            <a:r>
              <a:rPr lang="en-US" dirty="0"/>
              <a:t>، </a:t>
            </a:r>
            <a:r>
              <a:rPr lang="en-US" dirty="0" err="1"/>
              <a:t>سالمندان</a:t>
            </a:r>
            <a:r>
              <a:rPr lang="en-US" dirty="0"/>
              <a:t> و </a:t>
            </a:r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صورت</a:t>
            </a:r>
            <a:r>
              <a:rPr lang="en-US" dirty="0"/>
              <a:t> </a:t>
            </a:r>
            <a:r>
              <a:rPr lang="en-US" dirty="0" err="1"/>
              <a:t>فعال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دنبال</a:t>
            </a:r>
            <a:r>
              <a:rPr lang="en-US" dirty="0"/>
              <a:t> </a:t>
            </a:r>
            <a:r>
              <a:rPr lang="en-US" dirty="0" err="1"/>
              <a:t>بهبود</a:t>
            </a:r>
            <a:r>
              <a:rPr lang="en-US" dirty="0"/>
              <a:t> </a:t>
            </a:r>
            <a:r>
              <a:rPr lang="en-US" dirty="0" err="1"/>
              <a:t>سبک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انگیزه</a:t>
            </a:r>
            <a:r>
              <a:rPr lang="en-US" dirty="0"/>
              <a:t> </a:t>
            </a:r>
            <a:r>
              <a:rPr lang="en-US" dirty="0" err="1"/>
              <a:t>بیشتری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راهکار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، </a:t>
            </a:r>
            <a:r>
              <a:rPr lang="en-US" dirty="0" err="1"/>
              <a:t>زیرا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مستقیماً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تأثیر</a:t>
            </a:r>
            <a:r>
              <a:rPr lang="en-US" dirty="0"/>
              <a:t> </a:t>
            </a:r>
            <a:r>
              <a:rPr lang="en-US" dirty="0" err="1"/>
              <a:t>می‌گذارد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پس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و </a:t>
            </a:r>
            <a:r>
              <a:rPr lang="en-US" dirty="0" err="1"/>
              <a:t>جمع‌آوری</a:t>
            </a:r>
            <a:r>
              <a:rPr lang="en-US" dirty="0"/>
              <a:t>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، </a:t>
            </a:r>
            <a:r>
              <a:rPr lang="en-US" dirty="0" err="1"/>
              <a:t>می‌توانیم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</a:t>
            </a:r>
            <a:r>
              <a:rPr lang="en-US" dirty="0" err="1"/>
              <a:t>گسترده‌تری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علاقه‌مند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7651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8BDA-E872-7832-B481-329064FB9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D10CC4-823C-B594-8EB0-A3970A347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55000" lnSpcReduction="20000"/>
          </a:bodyPr>
          <a:lstStyle/>
          <a:p>
            <a:pPr rtl="1"/>
            <a:r>
              <a:rPr lang="fa-IR" b="1" dirty="0"/>
              <a:t>برای خودم</a:t>
            </a:r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۱:</a:t>
            </a:r>
          </a:p>
          <a:p>
            <a:pPr rtl="1"/>
            <a:r>
              <a:rPr lang="en-US" b="1" dirty="0" err="1"/>
              <a:t>چرا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بیماران</a:t>
            </a:r>
            <a:r>
              <a:rPr lang="en-US" b="1" dirty="0"/>
              <a:t> </a:t>
            </a:r>
            <a:r>
              <a:rPr lang="en-US" b="1" dirty="0" err="1"/>
              <a:t>دیابتی</a:t>
            </a:r>
            <a:r>
              <a:rPr lang="en-US" b="1" dirty="0"/>
              <a:t> </a:t>
            </a:r>
            <a:r>
              <a:rPr lang="en-US" b="1" dirty="0" err="1"/>
              <a:t>شروع</a:t>
            </a:r>
            <a:r>
              <a:rPr lang="en-US" b="1" dirty="0"/>
              <a:t> </a:t>
            </a:r>
            <a:r>
              <a:rPr lang="en-US" b="1" dirty="0" err="1"/>
              <a:t>می‌کنید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زیرا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 </a:t>
            </a:r>
            <a:r>
              <a:rPr lang="en-US" dirty="0" err="1"/>
              <a:t>یکی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واضح‌ترین</a:t>
            </a:r>
            <a:r>
              <a:rPr lang="en-US" dirty="0"/>
              <a:t> </a:t>
            </a:r>
            <a:r>
              <a:rPr lang="en-US" dirty="0" err="1"/>
              <a:t>نمونه‌هایی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بین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و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.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بیشترین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انتخاب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آگاهانه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۲: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بازار</a:t>
            </a:r>
            <a:r>
              <a:rPr lang="en-US" b="1" dirty="0"/>
              <a:t> </a:t>
            </a:r>
            <a:r>
              <a:rPr lang="en-US" b="1" dirty="0" err="1"/>
              <a:t>شما</a:t>
            </a:r>
            <a:r>
              <a:rPr lang="en-US" b="1" dirty="0"/>
              <a:t> </a:t>
            </a:r>
            <a:r>
              <a:rPr lang="en-US" b="1" dirty="0" err="1"/>
              <a:t>خیلی</a:t>
            </a:r>
            <a:r>
              <a:rPr lang="en-US" b="1" dirty="0"/>
              <a:t> </a:t>
            </a:r>
            <a:r>
              <a:rPr lang="en-US" b="1" dirty="0" err="1"/>
              <a:t>محدود</a:t>
            </a:r>
            <a:r>
              <a:rPr lang="en-US" b="1" dirty="0"/>
              <a:t> </a:t>
            </a:r>
            <a:r>
              <a:rPr lang="en-US" b="1" dirty="0" err="1"/>
              <a:t>نمی‌شود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خیر</a:t>
            </a:r>
            <a:r>
              <a:rPr lang="en-US" dirty="0"/>
              <a:t>. </a:t>
            </a:r>
            <a:r>
              <a:rPr lang="en-US" dirty="0" err="1"/>
              <a:t>دیابت</a:t>
            </a:r>
            <a:r>
              <a:rPr lang="en-US" dirty="0"/>
              <a:t> و </a:t>
            </a:r>
            <a:r>
              <a:rPr lang="en-US" dirty="0" err="1"/>
              <a:t>بیماری‌های</a:t>
            </a:r>
            <a:r>
              <a:rPr lang="en-US" dirty="0"/>
              <a:t> </a:t>
            </a:r>
            <a:r>
              <a:rPr lang="en-US" dirty="0" err="1"/>
              <a:t>مزمن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پلتفرم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علاقه‌مند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پیشگیری</a:t>
            </a:r>
            <a:r>
              <a:rPr lang="en-US" dirty="0"/>
              <a:t>،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طول</a:t>
            </a:r>
            <a:r>
              <a:rPr lang="en-US" dirty="0"/>
              <a:t> </a:t>
            </a:r>
            <a:r>
              <a:rPr lang="en-US" dirty="0" err="1"/>
              <a:t>عمر</a:t>
            </a:r>
            <a:r>
              <a:rPr lang="en-US" dirty="0"/>
              <a:t> </a:t>
            </a:r>
            <a:r>
              <a:rPr lang="en-US" dirty="0" err="1"/>
              <a:t>طراحی</a:t>
            </a:r>
            <a:r>
              <a:rPr lang="en-US" dirty="0"/>
              <a:t> </a:t>
            </a:r>
            <a:r>
              <a:rPr lang="en-US" dirty="0" err="1"/>
              <a:t>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۳:</a:t>
            </a:r>
          </a:p>
          <a:p>
            <a:pPr rtl="1"/>
            <a:r>
              <a:rPr lang="en-US" b="1" dirty="0" err="1"/>
              <a:t>بازار</a:t>
            </a:r>
            <a:r>
              <a:rPr lang="en-US" b="1" dirty="0"/>
              <a:t> </a:t>
            </a:r>
            <a:r>
              <a:rPr lang="en-US" b="1" dirty="0" err="1"/>
              <a:t>اول</a:t>
            </a:r>
            <a:r>
              <a:rPr lang="en-US" b="1" dirty="0"/>
              <a:t> </a:t>
            </a:r>
            <a:r>
              <a:rPr lang="en-US" b="1" dirty="0" err="1"/>
              <a:t>شما</a:t>
            </a:r>
            <a:r>
              <a:rPr lang="en-US" b="1" dirty="0"/>
              <a:t> </a:t>
            </a:r>
            <a:r>
              <a:rPr lang="en-US" b="1" dirty="0" err="1"/>
              <a:t>کجاست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 </a:t>
            </a:r>
            <a:r>
              <a:rPr lang="en-US" dirty="0" err="1"/>
              <a:t>پیشنهادی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Pitch </a:t>
            </a:r>
            <a:r>
              <a:rPr lang="en-US" dirty="0" err="1"/>
              <a:t>فعلی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ارمنستان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، </a:t>
            </a:r>
            <a:r>
              <a:rPr lang="en-US" dirty="0" err="1"/>
              <a:t>زیرا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حاضر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</a:t>
            </a:r>
            <a:r>
              <a:rPr lang="en-US" dirty="0" err="1"/>
              <a:t>حضور</a:t>
            </a:r>
            <a:r>
              <a:rPr lang="en-US" dirty="0"/>
              <a:t> </a:t>
            </a:r>
            <a:r>
              <a:rPr lang="en-US" dirty="0" err="1"/>
              <a:t>داریم</a:t>
            </a:r>
            <a:r>
              <a:rPr lang="en-US" dirty="0"/>
              <a:t> و </a:t>
            </a:r>
            <a:r>
              <a:rPr lang="en-US" dirty="0" err="1"/>
              <a:t>می‌توانیم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Pilot </a:t>
            </a:r>
            <a:r>
              <a:rPr lang="en-US" dirty="0" err="1"/>
              <a:t>واقعی</a:t>
            </a:r>
            <a:r>
              <a:rPr lang="en-US" dirty="0"/>
              <a:t> </a:t>
            </a:r>
            <a:r>
              <a:rPr lang="en-US" dirty="0" err="1"/>
              <a:t>اجرا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، </a:t>
            </a:r>
            <a:r>
              <a:rPr lang="en-US" dirty="0" err="1"/>
              <a:t>بازخورد</a:t>
            </a:r>
            <a:r>
              <a:rPr lang="en-US" dirty="0"/>
              <a:t> </a:t>
            </a:r>
            <a:r>
              <a:rPr lang="en-US" dirty="0" err="1"/>
              <a:t>جمع‌آوری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 و </a:t>
            </a:r>
            <a:r>
              <a:rPr lang="en-US" dirty="0" err="1"/>
              <a:t>مدل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بهینه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rtl="1"/>
            <a:endParaRPr lang="en-US" dirty="0"/>
          </a:p>
          <a:p>
            <a:pPr rtl="1"/>
            <a:r>
              <a:rPr lang="en-US" dirty="0" err="1"/>
              <a:t>حمیدجان</a:t>
            </a:r>
            <a:r>
              <a:rPr lang="en-US" dirty="0"/>
              <a:t>، </a:t>
            </a:r>
            <a:r>
              <a:rPr lang="en-US" dirty="0" err="1"/>
              <a:t>نکته</a:t>
            </a:r>
            <a:r>
              <a:rPr lang="en-US" dirty="0"/>
              <a:t> </a:t>
            </a:r>
            <a:r>
              <a:rPr lang="en-US" dirty="0" err="1"/>
              <a:t>مهم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اسلاید</a:t>
            </a:r>
            <a:r>
              <a:rPr lang="en-US" dirty="0"/>
              <a:t> ۸ </a:t>
            </a:r>
            <a:r>
              <a:rPr lang="en-US" dirty="0" err="1"/>
              <a:t>عمداً</a:t>
            </a:r>
            <a:r>
              <a:rPr lang="en-US" dirty="0"/>
              <a:t> </a:t>
            </a:r>
            <a:r>
              <a:rPr lang="en-US" dirty="0" err="1"/>
              <a:t>نگفتیم</a:t>
            </a:r>
            <a:r>
              <a:rPr lang="en-US" dirty="0"/>
              <a:t>:</a:t>
            </a:r>
          </a:p>
          <a:p>
            <a:pPr rtl="1"/>
            <a:r>
              <a:rPr lang="en-US" dirty="0"/>
              <a:t>"۳۰ </a:t>
            </a:r>
            <a:r>
              <a:rPr lang="en-US" dirty="0" err="1"/>
              <a:t>درصد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دیابتی</a:t>
            </a:r>
            <a:r>
              <a:rPr lang="en-US" dirty="0"/>
              <a:t> و </a:t>
            </a:r>
            <a:r>
              <a:rPr lang="en-US" dirty="0" err="1"/>
              <a:t>بالای</a:t>
            </a:r>
            <a:r>
              <a:rPr lang="en-US" dirty="0"/>
              <a:t> ۴۰ </a:t>
            </a:r>
            <a:r>
              <a:rPr lang="en-US" dirty="0" err="1"/>
              <a:t>سال</a:t>
            </a:r>
            <a:r>
              <a:rPr lang="en-US" dirty="0"/>
              <a:t> </a:t>
            </a:r>
            <a:r>
              <a:rPr lang="en-US" dirty="0" err="1"/>
              <a:t>مشتری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خواهند</a:t>
            </a:r>
            <a:r>
              <a:rPr lang="en-US" dirty="0"/>
              <a:t> </a:t>
            </a:r>
            <a:r>
              <a:rPr lang="en-US" dirty="0" err="1"/>
              <a:t>شد</a:t>
            </a:r>
            <a:r>
              <a:rPr lang="en-US" dirty="0"/>
              <a:t>"</a:t>
            </a:r>
          </a:p>
          <a:p>
            <a:pPr rtl="1"/>
            <a:r>
              <a:rPr lang="en-US" dirty="0" err="1"/>
              <a:t>چون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سرمایه‌گذار</a:t>
            </a:r>
            <a:r>
              <a:rPr lang="en-US" dirty="0"/>
              <a:t>،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عدد</a:t>
            </a:r>
            <a:r>
              <a:rPr lang="en-US" dirty="0"/>
              <a:t> </a:t>
            </a:r>
            <a:r>
              <a:rPr lang="en-US" dirty="0" err="1"/>
              <a:t>بدون</a:t>
            </a:r>
            <a:r>
              <a:rPr lang="en-US" dirty="0"/>
              <a:t> </a:t>
            </a:r>
            <a:r>
              <a:rPr lang="en-US" dirty="0" err="1"/>
              <a:t>تحقیق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</a:t>
            </a:r>
            <a:r>
              <a:rPr lang="en-US" dirty="0" err="1"/>
              <a:t>ممکن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سؤال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.</a:t>
            </a:r>
          </a:p>
          <a:p>
            <a:pPr rtl="1"/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b="1" dirty="0" err="1"/>
              <a:t>اسلاید</a:t>
            </a:r>
            <a:r>
              <a:rPr lang="en-US" b="1" dirty="0"/>
              <a:t> </a:t>
            </a:r>
            <a:r>
              <a:rPr lang="en-US" b="1" dirty="0" err="1"/>
              <a:t>بعدی</a:t>
            </a:r>
            <a:r>
              <a:rPr lang="en-US" b="1" dirty="0"/>
              <a:t> (Market Opportunity)</a:t>
            </a:r>
            <a:r>
              <a:rPr lang="en-US" dirty="0"/>
              <a:t> </a:t>
            </a:r>
            <a:r>
              <a:rPr lang="en-US" dirty="0" err="1"/>
              <a:t>اگر</a:t>
            </a:r>
            <a:r>
              <a:rPr lang="en-US" dirty="0"/>
              <a:t> </a:t>
            </a:r>
            <a:r>
              <a:rPr lang="en-US" dirty="0" err="1"/>
              <a:t>بخواهیم</a:t>
            </a:r>
            <a:r>
              <a:rPr lang="en-US" dirty="0"/>
              <a:t> </a:t>
            </a:r>
            <a:r>
              <a:rPr lang="en-US" dirty="0" err="1"/>
              <a:t>عدد</a:t>
            </a:r>
            <a:r>
              <a:rPr lang="en-US" dirty="0"/>
              <a:t> </a:t>
            </a:r>
            <a:r>
              <a:rPr lang="en-US" dirty="0" err="1"/>
              <a:t>بدهیم</a:t>
            </a:r>
            <a:r>
              <a:rPr lang="en-US" dirty="0"/>
              <a:t>،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منطق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و </a:t>
            </a:r>
            <a:r>
              <a:rPr lang="en-US" dirty="0" err="1"/>
              <a:t>داده</a:t>
            </a:r>
            <a:r>
              <a:rPr lang="en-US" dirty="0"/>
              <a:t> </a:t>
            </a:r>
            <a:r>
              <a:rPr lang="en-US" dirty="0" err="1"/>
              <a:t>پشتیبانی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rtl="1"/>
            <a:r>
              <a:rPr lang="en-US" dirty="0" err="1"/>
              <a:t>اسلاید</a:t>
            </a:r>
            <a:r>
              <a:rPr lang="en-US" dirty="0"/>
              <a:t> ۹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برود</a:t>
            </a:r>
            <a:r>
              <a:rPr lang="en-US" dirty="0"/>
              <a:t> </a:t>
            </a:r>
            <a:r>
              <a:rPr lang="en-US" dirty="0" err="1"/>
              <a:t>سراغ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Market Opportunity + Why Now</a:t>
            </a:r>
            <a:br>
              <a:rPr lang="en-US" dirty="0"/>
            </a:br>
            <a:r>
              <a:rPr lang="en-US" dirty="0"/>
              <a:t>و </a:t>
            </a:r>
            <a:r>
              <a:rPr lang="en-US" dirty="0" err="1"/>
              <a:t>بعد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Business Model</a:t>
            </a:r>
            <a:r>
              <a:rPr lang="en-US" dirty="0"/>
              <a:t>.</a:t>
            </a:r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11491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7AB2-261E-7356-7024-001C1A70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EAD9C2-9442-A8D9-8F61-FE71571F0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A Growing Market Opportunity</a:t>
            </a:r>
          </a:p>
          <a:p>
            <a:r>
              <a:rPr lang="en-US" b="1" dirty="0"/>
              <a:t>The world is moving from treating diseases</a:t>
            </a:r>
          </a:p>
          <a:p>
            <a:r>
              <a:rPr lang="en-US" b="1" dirty="0"/>
              <a:t>to preventing them through healthier lifestyles.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Three major trends are creating this opportunity:</a:t>
            </a:r>
          </a:p>
          <a:p>
            <a:r>
              <a:rPr lang="en-US" dirty="0"/>
              <a:t>🩺 </a:t>
            </a:r>
            <a:r>
              <a:rPr lang="en-US" b="1" dirty="0"/>
              <a:t>Rise of Chronic Conditions</a:t>
            </a:r>
            <a:endParaRPr lang="en-US" dirty="0"/>
          </a:p>
          <a:p>
            <a:r>
              <a:rPr lang="en-US" dirty="0"/>
              <a:t>Diabetes, obesity, and lifestyle-related health challenges are increasing worldwide.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👵 </a:t>
            </a:r>
            <a:r>
              <a:rPr lang="en-US" b="1" dirty="0"/>
              <a:t>Aging Population</a:t>
            </a:r>
            <a:endParaRPr lang="en-US" dirty="0"/>
          </a:p>
          <a:p>
            <a:r>
              <a:rPr lang="en-US" dirty="0"/>
              <a:t>More people need long-term nutrition support and healthy aging solutions.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🧠 </a:t>
            </a:r>
            <a:r>
              <a:rPr lang="en-US" b="1" dirty="0"/>
              <a:t>Personalized Health &amp; AI</a:t>
            </a:r>
            <a:endParaRPr lang="en-US" dirty="0"/>
          </a:p>
          <a:p>
            <a:r>
              <a:rPr lang="en-US" dirty="0"/>
              <a:t>Consumers expect smarter, more personalized health experiences.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GINKOVA sits at the intersection of these global trends.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A large opportunity requires a sustainable business model. Let's see how GINKOVA creates value and generates revenue.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901413D0-9188-987B-37D6-2A9286F80278}"/>
              </a:ext>
            </a:extLst>
          </p:cNvPr>
          <p:cNvSpPr/>
          <p:nvPr/>
        </p:nvSpPr>
        <p:spPr>
          <a:xfrm>
            <a:off x="241539" y="109268"/>
            <a:ext cx="2254369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 </a:t>
            </a:r>
            <a:r>
              <a:rPr lang="fa-IR" dirty="0"/>
              <a:t>9</a:t>
            </a:r>
            <a:endParaRPr lang="en-US" dirty="0"/>
          </a:p>
          <a:p>
            <a:pPr algn="ctr"/>
            <a:r>
              <a:rPr lang="en-US" dirty="0"/>
              <a:t>Market Opportunity &amp; Why Now</a:t>
            </a:r>
          </a:p>
        </p:txBody>
      </p:sp>
    </p:spTree>
    <p:extLst>
      <p:ext uri="{BB962C8B-B14F-4D97-AF65-F5344CB8AC3E}">
        <p14:creationId xmlns:p14="http://schemas.microsoft.com/office/powerpoint/2010/main" val="2158268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FEDFA-F969-672E-741C-1CD2DE43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EDA7BF-6197-422D-7747-15B162F8C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pPr rtl="1"/>
            <a:r>
              <a:rPr lang="en-US" b="1" dirty="0" err="1"/>
              <a:t>ترجمه</a:t>
            </a:r>
            <a:r>
              <a:rPr lang="en-US" b="1" dirty="0"/>
              <a:t> </a:t>
            </a:r>
            <a:r>
              <a:rPr lang="en-US" b="1" dirty="0" err="1"/>
              <a:t>فارسی</a:t>
            </a:r>
            <a:r>
              <a:rPr lang="en-US" b="1" dirty="0"/>
              <a:t> </a:t>
            </a:r>
            <a:r>
              <a:rPr lang="en-US" b="1" dirty="0" err="1"/>
              <a:t>متن</a:t>
            </a:r>
            <a:r>
              <a:rPr lang="en-US" b="1" dirty="0"/>
              <a:t> </a:t>
            </a:r>
            <a:r>
              <a:rPr lang="en-US" b="1" dirty="0" err="1"/>
              <a:t>اسلاید</a:t>
            </a:r>
            <a:endParaRPr lang="en-US" b="1" dirty="0"/>
          </a:p>
          <a:p>
            <a:pPr rtl="1"/>
            <a:r>
              <a:rPr lang="en-US" b="1" dirty="0" err="1"/>
              <a:t>یک</a:t>
            </a:r>
            <a:r>
              <a:rPr lang="en-US" b="1" dirty="0"/>
              <a:t> </a:t>
            </a:r>
            <a:r>
              <a:rPr lang="en-US" b="1" dirty="0" err="1"/>
              <a:t>فرصت</a:t>
            </a:r>
            <a:r>
              <a:rPr lang="en-US" b="1" dirty="0"/>
              <a:t> </a:t>
            </a:r>
            <a:r>
              <a:rPr lang="en-US" b="1" dirty="0" err="1"/>
              <a:t>رو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رشد</a:t>
            </a:r>
            <a:r>
              <a:rPr lang="en-US" b="1" dirty="0"/>
              <a:t>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بازار</a:t>
            </a:r>
            <a:endParaRPr lang="en-US" b="1" dirty="0"/>
          </a:p>
          <a:p>
            <a:pPr rtl="1"/>
            <a:r>
              <a:rPr lang="en-US" b="1" dirty="0" err="1"/>
              <a:t>جهان</a:t>
            </a:r>
            <a:r>
              <a:rPr lang="en-US" b="1" dirty="0"/>
              <a:t>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حال</a:t>
            </a:r>
            <a:r>
              <a:rPr lang="en-US" b="1" dirty="0"/>
              <a:t> </a:t>
            </a:r>
            <a:r>
              <a:rPr lang="en-US" b="1" dirty="0" err="1"/>
              <a:t>حرکت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درمان</a:t>
            </a:r>
            <a:r>
              <a:rPr lang="en-US" b="1" dirty="0"/>
              <a:t> </a:t>
            </a:r>
            <a:r>
              <a:rPr lang="en-US" b="1" dirty="0" err="1"/>
              <a:t>بیماری‌ها</a:t>
            </a:r>
            <a:endParaRPr lang="en-US" b="1" dirty="0"/>
          </a:p>
          <a:p>
            <a:pPr rtl="1"/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سمت</a:t>
            </a:r>
            <a:r>
              <a:rPr lang="en-US" b="1" dirty="0"/>
              <a:t> </a:t>
            </a:r>
            <a:r>
              <a:rPr lang="en-US" b="1" dirty="0" err="1"/>
              <a:t>پیشگیری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طریق</a:t>
            </a:r>
            <a:r>
              <a:rPr lang="en-US" b="1" dirty="0"/>
              <a:t> </a:t>
            </a:r>
            <a:r>
              <a:rPr lang="en-US" b="1" dirty="0" err="1"/>
              <a:t>سبک</a:t>
            </a:r>
            <a:r>
              <a:rPr lang="en-US" b="1" dirty="0"/>
              <a:t> </a:t>
            </a:r>
            <a:r>
              <a:rPr lang="en-US" b="1" dirty="0" err="1"/>
              <a:t>زندگی</a:t>
            </a:r>
            <a:r>
              <a:rPr lang="en-US" b="1" dirty="0"/>
              <a:t> </a:t>
            </a:r>
            <a:r>
              <a:rPr lang="en-US" b="1" dirty="0" err="1"/>
              <a:t>سالم‌تر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سه</a:t>
            </a:r>
            <a:r>
              <a:rPr lang="en-US" b="1" dirty="0"/>
              <a:t> </a:t>
            </a:r>
            <a:r>
              <a:rPr lang="en-US" b="1" dirty="0" err="1"/>
              <a:t>روند</a:t>
            </a:r>
            <a:r>
              <a:rPr lang="en-US" b="1" dirty="0"/>
              <a:t> </a:t>
            </a:r>
            <a:r>
              <a:rPr lang="en-US" b="1" dirty="0" err="1"/>
              <a:t>بزرگ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فرصت</a:t>
            </a:r>
            <a:r>
              <a:rPr lang="en-US" b="1" dirty="0"/>
              <a:t>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ایجاد</a:t>
            </a:r>
            <a:r>
              <a:rPr lang="en-US" b="1" dirty="0"/>
              <a:t> </a:t>
            </a:r>
            <a:r>
              <a:rPr lang="en-US" b="1" dirty="0" err="1"/>
              <a:t>کرده‌اند</a:t>
            </a:r>
            <a:r>
              <a:rPr lang="en-US" b="1" dirty="0"/>
              <a:t>:</a:t>
            </a:r>
          </a:p>
          <a:p>
            <a:pPr rtl="1"/>
            <a:r>
              <a:rPr lang="en-US" dirty="0"/>
              <a:t>🩺 </a:t>
            </a:r>
            <a:r>
              <a:rPr lang="en-US" b="1" dirty="0" err="1"/>
              <a:t>افزایش</a:t>
            </a:r>
            <a:r>
              <a:rPr lang="en-US" b="1" dirty="0"/>
              <a:t> </a:t>
            </a:r>
            <a:r>
              <a:rPr lang="en-US" b="1" dirty="0" err="1"/>
              <a:t>بیماری‌های</a:t>
            </a:r>
            <a:r>
              <a:rPr lang="en-US" b="1" dirty="0"/>
              <a:t> </a:t>
            </a:r>
            <a:r>
              <a:rPr lang="en-US" b="1" dirty="0" err="1"/>
              <a:t>مزمن</a:t>
            </a:r>
            <a:endParaRPr lang="en-US" dirty="0"/>
          </a:p>
          <a:p>
            <a:pPr rtl="1"/>
            <a:r>
              <a:rPr lang="en-US" dirty="0" err="1"/>
              <a:t>دیابت</a:t>
            </a:r>
            <a:r>
              <a:rPr lang="en-US" dirty="0"/>
              <a:t>، </a:t>
            </a:r>
            <a:r>
              <a:rPr lang="en-US" dirty="0" err="1"/>
              <a:t>چاقی</a:t>
            </a:r>
            <a:r>
              <a:rPr lang="en-US" dirty="0"/>
              <a:t> و </a:t>
            </a:r>
            <a:r>
              <a:rPr lang="en-US" dirty="0" err="1"/>
              <a:t>چالش‌های</a:t>
            </a:r>
            <a:r>
              <a:rPr lang="en-US" dirty="0"/>
              <a:t> </a:t>
            </a:r>
            <a:r>
              <a:rPr lang="en-US" dirty="0" err="1"/>
              <a:t>مرتبط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سبک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سراسر</a:t>
            </a:r>
            <a:r>
              <a:rPr lang="en-US" dirty="0"/>
              <a:t> </a:t>
            </a:r>
            <a:r>
              <a:rPr lang="en-US" dirty="0" err="1"/>
              <a:t>جهان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افزایش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dirty="0"/>
              <a:t>👵 </a:t>
            </a:r>
            <a:r>
              <a:rPr lang="en-US" b="1" dirty="0" err="1"/>
              <a:t>افزایش</a:t>
            </a:r>
            <a:r>
              <a:rPr lang="en-US" b="1" dirty="0"/>
              <a:t> </a:t>
            </a:r>
            <a:r>
              <a:rPr lang="en-US" b="1" dirty="0" err="1"/>
              <a:t>جمعیت</a:t>
            </a:r>
            <a:r>
              <a:rPr lang="en-US" b="1" dirty="0"/>
              <a:t> </a:t>
            </a:r>
            <a:r>
              <a:rPr lang="en-US" b="1" dirty="0" err="1"/>
              <a:t>سالمند</a:t>
            </a:r>
            <a:endParaRPr lang="en-US" dirty="0"/>
          </a:p>
          <a:p>
            <a:pPr rtl="1"/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بیشتری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حمایت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و </a:t>
            </a:r>
            <a:r>
              <a:rPr lang="en-US" dirty="0" err="1"/>
              <a:t>راهکارهای</a:t>
            </a:r>
            <a:r>
              <a:rPr lang="en-US" dirty="0"/>
              <a:t> </a:t>
            </a:r>
            <a:r>
              <a:rPr lang="en-US" dirty="0" err="1"/>
              <a:t>سالمندی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dirty="0"/>
              <a:t>🧠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شخصی‌سازی‌شده</a:t>
            </a:r>
            <a:r>
              <a:rPr lang="en-US" b="1" dirty="0"/>
              <a:t> و </a:t>
            </a:r>
            <a:r>
              <a:rPr lang="en-US" b="1" dirty="0" err="1"/>
              <a:t>هوش</a:t>
            </a:r>
            <a:r>
              <a:rPr lang="en-US" b="1" dirty="0"/>
              <a:t> </a:t>
            </a:r>
            <a:r>
              <a:rPr lang="en-US" b="1" dirty="0" err="1"/>
              <a:t>مصنوعی</a:t>
            </a:r>
            <a:endParaRPr lang="en-US" dirty="0"/>
          </a:p>
          <a:p>
            <a:pPr rtl="1"/>
            <a:r>
              <a:rPr lang="en-US" dirty="0" err="1"/>
              <a:t>مردم</a:t>
            </a:r>
            <a:r>
              <a:rPr lang="en-US" dirty="0"/>
              <a:t> </a:t>
            </a:r>
            <a:r>
              <a:rPr lang="en-US" dirty="0" err="1"/>
              <a:t>انتظار</a:t>
            </a:r>
            <a:r>
              <a:rPr lang="en-US" dirty="0"/>
              <a:t> </a:t>
            </a:r>
            <a:r>
              <a:rPr lang="en-US" dirty="0" err="1"/>
              <a:t>تجربه‌های</a:t>
            </a:r>
            <a:r>
              <a:rPr lang="en-US" dirty="0"/>
              <a:t> </a:t>
            </a:r>
            <a:r>
              <a:rPr lang="en-US" dirty="0" err="1"/>
              <a:t>هوشمندتر</a:t>
            </a:r>
            <a:r>
              <a:rPr lang="en-US" dirty="0"/>
              <a:t> و </a:t>
            </a:r>
            <a:r>
              <a:rPr lang="en-US" dirty="0" err="1"/>
              <a:t>شخصی‌تر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حوزه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/>
              <a:t>GINKOVA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نقطه</a:t>
            </a:r>
            <a:r>
              <a:rPr lang="en-US" b="1" dirty="0"/>
              <a:t> </a:t>
            </a:r>
            <a:r>
              <a:rPr lang="en-US" b="1" dirty="0" err="1"/>
              <a:t>اتصال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روندهای</a:t>
            </a:r>
            <a:r>
              <a:rPr lang="en-US" b="1" dirty="0"/>
              <a:t> </a:t>
            </a:r>
            <a:r>
              <a:rPr lang="en-US" b="1" dirty="0" err="1"/>
              <a:t>جهانی</a:t>
            </a:r>
            <a:r>
              <a:rPr lang="en-US" b="1" dirty="0"/>
              <a:t> </a:t>
            </a:r>
            <a:r>
              <a:rPr lang="en-US" b="1" dirty="0" err="1"/>
              <a:t>قرار</a:t>
            </a:r>
            <a:r>
              <a:rPr lang="en-US" b="1" dirty="0"/>
              <a:t> </a:t>
            </a:r>
            <a:r>
              <a:rPr lang="en-US" b="1" dirty="0" err="1"/>
              <a:t>دارد</a:t>
            </a:r>
            <a:r>
              <a:rPr lang="en-US" b="1" dirty="0"/>
              <a:t>.</a:t>
            </a:r>
            <a:endParaRPr lang="fa-IR" b="1" dirty="0"/>
          </a:p>
          <a:p>
            <a:pPr rtl="1"/>
            <a:endParaRPr lang="fa-IR" b="1" dirty="0"/>
          </a:p>
          <a:p>
            <a:pPr rtl="1"/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فرصت</a:t>
            </a:r>
            <a:r>
              <a:rPr lang="en-US" dirty="0"/>
              <a:t> </a:t>
            </a:r>
            <a:r>
              <a:rPr lang="en-US" dirty="0" err="1"/>
              <a:t>بزرگ</a:t>
            </a:r>
            <a:r>
              <a:rPr lang="en-US" dirty="0"/>
              <a:t> </a:t>
            </a:r>
            <a:r>
              <a:rPr lang="en-US" dirty="0" err="1"/>
              <a:t>نیازمند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مدل</a:t>
            </a:r>
            <a:r>
              <a:rPr lang="en-US" dirty="0"/>
              <a:t> </a:t>
            </a:r>
            <a:r>
              <a:rPr lang="en-US" dirty="0" err="1"/>
              <a:t>کسب‌وکار</a:t>
            </a:r>
            <a:r>
              <a:rPr lang="en-US" dirty="0"/>
              <a:t> </a:t>
            </a:r>
            <a:r>
              <a:rPr lang="en-US" dirty="0" err="1"/>
              <a:t>پایدار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دهید</a:t>
            </a:r>
            <a:r>
              <a:rPr lang="en-US" dirty="0"/>
              <a:t> </a:t>
            </a:r>
            <a:r>
              <a:rPr lang="en-US" dirty="0" err="1"/>
              <a:t>ببینیم</a:t>
            </a:r>
            <a:r>
              <a:rPr lang="en-US" dirty="0"/>
              <a:t> GINKOVA </a:t>
            </a:r>
            <a:r>
              <a:rPr lang="en-US" dirty="0" err="1"/>
              <a:t>چگونه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 و </a:t>
            </a:r>
            <a:r>
              <a:rPr lang="en-US" dirty="0" err="1"/>
              <a:t>درآمد</a:t>
            </a:r>
            <a:r>
              <a:rPr lang="en-US" dirty="0"/>
              <a:t> </a:t>
            </a:r>
            <a:r>
              <a:rPr lang="en-US" dirty="0" err="1"/>
              <a:t>تولید</a:t>
            </a:r>
            <a:r>
              <a:rPr lang="en-US" dirty="0"/>
              <a:t> </a:t>
            </a:r>
            <a:r>
              <a:rPr lang="en-US" dirty="0" err="1"/>
              <a:t>خواهد</a:t>
            </a:r>
            <a:r>
              <a:rPr lang="en-US" dirty="0"/>
              <a:t> </a:t>
            </a:r>
            <a:r>
              <a:rPr lang="en-US" dirty="0" err="1"/>
              <a:t>کرد</a:t>
            </a:r>
            <a:r>
              <a:rPr lang="en-US" dirty="0"/>
              <a:t>.</a:t>
            </a:r>
          </a:p>
          <a:p>
            <a:pPr rtl="1"/>
            <a:endParaRPr lang="en-US" b="1" dirty="0"/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44723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8B562-8578-08C8-9C13-B8C39D23E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483713-02B5-2BA7-5EE3-76CDD515E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GINKOVA is being built at the intersection of several major global trends.</a:t>
            </a:r>
          </a:p>
          <a:p>
            <a:pPr algn="l"/>
            <a:r>
              <a:rPr lang="en-US" dirty="0"/>
              <a:t>First, chronic conditions such as diabetes and obesity continue to increase, creating a growing need for better daily health management.</a:t>
            </a:r>
          </a:p>
          <a:p>
            <a:pPr algn="l"/>
            <a:r>
              <a:rPr lang="en-US" dirty="0"/>
              <a:t>Second, the world population is aging, and older adults need practical solutions to maintain healthier lives.</a:t>
            </a:r>
          </a:p>
          <a:p>
            <a:pPr algn="l"/>
            <a:r>
              <a:rPr lang="en-US" dirty="0"/>
              <a:t>Third, consumers are becoming more familiar with personalized experiences powered by data and artificial intelligence.</a:t>
            </a:r>
          </a:p>
          <a:p>
            <a:pPr algn="l"/>
            <a:r>
              <a:rPr lang="en-US" dirty="0"/>
              <a:t>These trends are changing the way people think about health.</a:t>
            </a:r>
          </a:p>
          <a:p>
            <a:pPr algn="l"/>
            <a:r>
              <a:rPr lang="en-US" dirty="0"/>
              <a:t>Healthcare is not only about treating problems after they happen.</a:t>
            </a:r>
          </a:p>
          <a:p>
            <a:pPr algn="l"/>
            <a:r>
              <a:rPr lang="en-US" dirty="0"/>
              <a:t>The future is also about prevention, better choices, and continuous support.</a:t>
            </a:r>
          </a:p>
          <a:p>
            <a:pPr algn="l"/>
            <a:r>
              <a:rPr lang="en-US" dirty="0"/>
              <a:t>GINKOVA is positioned exactly at this intersection: using food as the daily connection point between people and personalized health.</a:t>
            </a:r>
          </a:p>
          <a:p>
            <a:br>
              <a:rPr lang="en-US" dirty="0"/>
            </a:br>
            <a:endParaRPr lang="en-US" b="1" dirty="0"/>
          </a:p>
          <a:p>
            <a:pPr algn="r" rtl="1"/>
            <a:r>
              <a:rPr lang="en-US" dirty="0"/>
              <a:t>GINKOVA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تقاطع</a:t>
            </a:r>
            <a:r>
              <a:rPr lang="en-US" dirty="0"/>
              <a:t> </a:t>
            </a:r>
            <a:r>
              <a:rPr lang="en-US" dirty="0" err="1"/>
              <a:t>چند</a:t>
            </a:r>
            <a:r>
              <a:rPr lang="en-US" dirty="0"/>
              <a:t> </a:t>
            </a:r>
            <a:r>
              <a:rPr lang="en-US" dirty="0" err="1"/>
              <a:t>روند</a:t>
            </a:r>
            <a:r>
              <a:rPr lang="en-US" dirty="0"/>
              <a:t> </a:t>
            </a:r>
            <a:r>
              <a:rPr lang="en-US" dirty="0" err="1"/>
              <a:t>بزرگ</a:t>
            </a:r>
            <a:r>
              <a:rPr lang="en-US" dirty="0"/>
              <a:t> </a:t>
            </a:r>
            <a:r>
              <a:rPr lang="en-US" dirty="0" err="1"/>
              <a:t>جهانی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شکل‌گیری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اول</a:t>
            </a:r>
            <a:r>
              <a:rPr lang="en-US" dirty="0"/>
              <a:t>، </a:t>
            </a:r>
            <a:r>
              <a:rPr lang="en-US" dirty="0" err="1"/>
              <a:t>بیماری‌های</a:t>
            </a:r>
            <a:r>
              <a:rPr lang="en-US" dirty="0"/>
              <a:t> </a:t>
            </a:r>
            <a:r>
              <a:rPr lang="en-US" dirty="0" err="1"/>
              <a:t>مزمن</a:t>
            </a:r>
            <a:r>
              <a:rPr lang="en-US" dirty="0"/>
              <a:t> </a:t>
            </a:r>
            <a:r>
              <a:rPr lang="en-US" dirty="0" err="1"/>
              <a:t>مانند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 و </a:t>
            </a:r>
            <a:r>
              <a:rPr lang="en-US" dirty="0" err="1"/>
              <a:t>چاقی</a:t>
            </a:r>
            <a:r>
              <a:rPr lang="en-US" dirty="0"/>
              <a:t> </a:t>
            </a:r>
            <a:r>
              <a:rPr lang="en-US" dirty="0" err="1"/>
              <a:t>همچنان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افزایش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 و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مدیریت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دوم</a:t>
            </a:r>
            <a:r>
              <a:rPr lang="en-US" dirty="0"/>
              <a:t>، </a:t>
            </a:r>
            <a:r>
              <a:rPr lang="en-US" dirty="0" err="1"/>
              <a:t>جمعیت</a:t>
            </a:r>
            <a:r>
              <a:rPr lang="en-US" dirty="0"/>
              <a:t> </a:t>
            </a:r>
            <a:r>
              <a:rPr lang="en-US" dirty="0" err="1"/>
              <a:t>جهان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سالمند</a:t>
            </a:r>
            <a:r>
              <a:rPr lang="en-US" dirty="0"/>
              <a:t> </a:t>
            </a:r>
            <a:r>
              <a:rPr lang="en-US" dirty="0" err="1"/>
              <a:t>شدن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و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مسن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راهکارهای</a:t>
            </a:r>
            <a:r>
              <a:rPr lang="en-US" dirty="0"/>
              <a:t> </a:t>
            </a:r>
            <a:r>
              <a:rPr lang="en-US" dirty="0" err="1"/>
              <a:t>عملی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حفظ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سالم‌تر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سوم</a:t>
            </a:r>
            <a:r>
              <a:rPr lang="en-US" dirty="0"/>
              <a:t>، </a:t>
            </a:r>
            <a:r>
              <a:rPr lang="en-US" dirty="0" err="1"/>
              <a:t>مردم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تجربه‌های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مبتنی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داده</a:t>
            </a:r>
            <a:r>
              <a:rPr lang="en-US" dirty="0"/>
              <a:t> و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آشنا</a:t>
            </a:r>
            <a:r>
              <a:rPr lang="en-US" dirty="0"/>
              <a:t> </a:t>
            </a:r>
            <a:r>
              <a:rPr lang="en-US" dirty="0" err="1"/>
              <a:t>شده‌اند</a:t>
            </a:r>
            <a:r>
              <a:rPr lang="en-US" dirty="0"/>
              <a:t> و </a:t>
            </a:r>
            <a:r>
              <a:rPr lang="en-US" dirty="0" err="1"/>
              <a:t>انتظار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 </a:t>
            </a:r>
            <a:r>
              <a:rPr lang="en-US" dirty="0" err="1"/>
              <a:t>خدمات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نیز</a:t>
            </a:r>
            <a:r>
              <a:rPr lang="en-US" dirty="0"/>
              <a:t> </a:t>
            </a:r>
            <a:r>
              <a:rPr lang="en-US" dirty="0" err="1"/>
              <a:t>هوشمندتر</a:t>
            </a:r>
            <a:r>
              <a:rPr lang="en-US" dirty="0"/>
              <a:t> و </a:t>
            </a:r>
            <a:r>
              <a:rPr lang="en-US" dirty="0" err="1"/>
              <a:t>شخصی‌تر</a:t>
            </a:r>
            <a:r>
              <a:rPr lang="en-US" dirty="0"/>
              <a:t> </a:t>
            </a:r>
            <a:r>
              <a:rPr lang="en-US" dirty="0" err="1"/>
              <a:t>شوند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روندها</a:t>
            </a:r>
            <a:r>
              <a:rPr lang="en-US" dirty="0"/>
              <a:t> </a:t>
            </a:r>
            <a:r>
              <a:rPr lang="en-US" dirty="0" err="1"/>
              <a:t>باعث</a:t>
            </a:r>
            <a:r>
              <a:rPr lang="en-US" dirty="0"/>
              <a:t> </a:t>
            </a:r>
            <a:r>
              <a:rPr lang="en-US" dirty="0" err="1"/>
              <a:t>تغییر</a:t>
            </a:r>
            <a:r>
              <a:rPr lang="en-US" dirty="0"/>
              <a:t> </a:t>
            </a:r>
            <a:r>
              <a:rPr lang="en-US" dirty="0" err="1"/>
              <a:t>نگاه</a:t>
            </a:r>
            <a:r>
              <a:rPr lang="en-US" dirty="0"/>
              <a:t> </a:t>
            </a:r>
            <a:r>
              <a:rPr lang="en-US" dirty="0" err="1"/>
              <a:t>مردم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درمان</a:t>
            </a:r>
            <a:r>
              <a:rPr lang="en-US" dirty="0"/>
              <a:t> </a:t>
            </a:r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پس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وقوع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، </a:t>
            </a:r>
            <a:r>
              <a:rPr lang="en-US" dirty="0" err="1"/>
              <a:t>پیشگیری</a:t>
            </a:r>
            <a:r>
              <a:rPr lang="en-US" dirty="0"/>
              <a:t>، </a:t>
            </a:r>
            <a:r>
              <a:rPr lang="en-US" dirty="0" err="1"/>
              <a:t>انتخاب‌های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و </a:t>
            </a:r>
            <a:r>
              <a:rPr lang="en-US" dirty="0" err="1"/>
              <a:t>حمایت</a:t>
            </a:r>
            <a:r>
              <a:rPr lang="en-US" dirty="0"/>
              <a:t> </a:t>
            </a:r>
            <a:r>
              <a:rPr lang="en-US" dirty="0" err="1"/>
              <a:t>مستمر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/>
              <a:t>GINKOVA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قرار</a:t>
            </a:r>
            <a:r>
              <a:rPr lang="en-US" dirty="0"/>
              <a:t> </a:t>
            </a:r>
            <a:r>
              <a:rPr lang="en-US" dirty="0" err="1"/>
              <a:t>دارد</a:t>
            </a:r>
            <a:r>
              <a:rPr lang="en-US" dirty="0"/>
              <a:t>: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عنوان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بین</a:t>
            </a:r>
            <a:r>
              <a:rPr lang="en-US" dirty="0"/>
              <a:t> </a:t>
            </a:r>
            <a:r>
              <a:rPr lang="en-US" dirty="0" err="1"/>
              <a:t>انسان</a:t>
            </a:r>
            <a:r>
              <a:rPr lang="en-US" dirty="0"/>
              <a:t> و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4819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9EA8-2328-1528-4306-38C0BE1C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69C2CC-E93F-2A95-CA86-BF60E3D09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40000" lnSpcReduction="20000"/>
          </a:bodyPr>
          <a:lstStyle/>
          <a:p>
            <a:pPr rtl="1"/>
            <a:r>
              <a:rPr lang="fa-IR" b="1" dirty="0"/>
              <a:t>برای خودم</a:t>
            </a:r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۱: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بازار</a:t>
            </a:r>
            <a:r>
              <a:rPr lang="en-US" b="1" dirty="0"/>
              <a:t>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ارمنستان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اندازه</a:t>
            </a:r>
            <a:r>
              <a:rPr lang="en-US" b="1" dirty="0"/>
              <a:t> </a:t>
            </a:r>
            <a:r>
              <a:rPr lang="en-US" b="1" dirty="0" err="1"/>
              <a:t>کافی</a:t>
            </a:r>
            <a:r>
              <a:rPr lang="en-US" b="1" dirty="0"/>
              <a:t> </a:t>
            </a:r>
            <a:r>
              <a:rPr lang="en-US" b="1" dirty="0" err="1"/>
              <a:t>بزرگ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ارمنستان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و </a:t>
            </a:r>
            <a:r>
              <a:rPr lang="en-US" dirty="0" err="1"/>
              <a:t>آزمایش</a:t>
            </a:r>
            <a:r>
              <a:rPr lang="en-US" dirty="0"/>
              <a:t> </a:t>
            </a:r>
            <a:r>
              <a:rPr lang="en-US" dirty="0" err="1"/>
              <a:t>مدل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چشم‌انداز</a:t>
            </a:r>
            <a:r>
              <a:rPr lang="en-US" dirty="0"/>
              <a:t> GINKOVA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ابتدا</a:t>
            </a:r>
            <a:r>
              <a:rPr lang="en-US" dirty="0"/>
              <a:t> </a:t>
            </a:r>
            <a:r>
              <a:rPr lang="en-US" dirty="0" err="1"/>
              <a:t>محدود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کشور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 </a:t>
            </a:r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مدلی</a:t>
            </a:r>
            <a:r>
              <a:rPr lang="en-US" dirty="0"/>
              <a:t> </a:t>
            </a:r>
            <a:r>
              <a:rPr lang="en-US" dirty="0" err="1"/>
              <a:t>قابل</a:t>
            </a:r>
            <a:r>
              <a:rPr lang="en-US" dirty="0"/>
              <a:t>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بازارهای</a:t>
            </a:r>
            <a:r>
              <a:rPr lang="en-US" dirty="0"/>
              <a:t> </a:t>
            </a:r>
            <a:r>
              <a:rPr lang="en-US" dirty="0" err="1"/>
              <a:t>بزرگ‌تر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۲:</a:t>
            </a:r>
          </a:p>
          <a:p>
            <a:pPr rtl="1"/>
            <a:r>
              <a:rPr lang="en-US" b="1" dirty="0" err="1"/>
              <a:t>چرا</a:t>
            </a:r>
            <a:r>
              <a:rPr lang="en-US" b="1" dirty="0"/>
              <a:t> </a:t>
            </a:r>
            <a:r>
              <a:rPr lang="en-US" b="1" dirty="0" err="1"/>
              <a:t>شرکت‌های</a:t>
            </a:r>
            <a:r>
              <a:rPr lang="en-US" b="1" dirty="0"/>
              <a:t> </a:t>
            </a:r>
            <a:r>
              <a:rPr lang="en-US" b="1" dirty="0" err="1"/>
              <a:t>بزرگ</a:t>
            </a:r>
            <a:r>
              <a:rPr lang="en-US" b="1" dirty="0"/>
              <a:t> </a:t>
            </a:r>
            <a:r>
              <a:rPr lang="en-US" b="1" dirty="0" err="1"/>
              <a:t>غذایی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کار</a:t>
            </a:r>
            <a:r>
              <a:rPr lang="en-US" b="1" dirty="0"/>
              <a:t> </a:t>
            </a:r>
            <a:r>
              <a:rPr lang="en-US" b="1" dirty="0" err="1"/>
              <a:t>را</a:t>
            </a:r>
            <a:r>
              <a:rPr lang="en-US" b="1" dirty="0"/>
              <a:t> </a:t>
            </a:r>
            <a:r>
              <a:rPr lang="en-US" b="1" dirty="0" err="1"/>
              <a:t>نکرده‌اند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بسیاری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شرکت‌ها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اصلی</a:t>
            </a:r>
            <a:r>
              <a:rPr lang="en-US" dirty="0"/>
              <a:t> </a:t>
            </a:r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هنوز</a:t>
            </a:r>
            <a:r>
              <a:rPr lang="en-US" dirty="0"/>
              <a:t>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، </a:t>
            </a:r>
            <a:r>
              <a:rPr lang="en-US" dirty="0" err="1"/>
              <a:t>نه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سیستم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شخصی‌سازی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۳: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AI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</a:t>
            </a:r>
            <a:r>
              <a:rPr lang="en-US" b="1" dirty="0" err="1"/>
              <a:t>مرحله</a:t>
            </a:r>
            <a:r>
              <a:rPr lang="en-US" b="1" dirty="0"/>
              <a:t> </a:t>
            </a:r>
            <a:r>
              <a:rPr lang="en-US" b="1" dirty="0" err="1"/>
              <a:t>ضروری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/>
              <a:t>AI </a:t>
            </a:r>
            <a:r>
              <a:rPr lang="en-US" dirty="0" err="1"/>
              <a:t>مزیت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ماست</a:t>
            </a:r>
            <a:r>
              <a:rPr lang="en-US" dirty="0"/>
              <a:t>.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ابتدا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 و </a:t>
            </a:r>
            <a:r>
              <a:rPr lang="en-US" dirty="0" err="1"/>
              <a:t>داده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 و </a:t>
            </a:r>
            <a:r>
              <a:rPr lang="en-US" dirty="0" err="1"/>
              <a:t>سپس</a:t>
            </a:r>
            <a:r>
              <a:rPr lang="en-US" dirty="0"/>
              <a:t>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افزایش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می‌دهیم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dirty="0" err="1"/>
              <a:t>حمیدجان</a:t>
            </a:r>
            <a:r>
              <a:rPr lang="en-US" dirty="0"/>
              <a:t>، </a:t>
            </a:r>
            <a:r>
              <a:rPr lang="en-US" dirty="0" err="1"/>
              <a:t>بعد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اسلاید</a:t>
            </a:r>
            <a:r>
              <a:rPr lang="en-US" dirty="0"/>
              <a:t>، </a:t>
            </a:r>
            <a:r>
              <a:rPr lang="en-US" dirty="0" err="1"/>
              <a:t>منطقی‌ترین</a:t>
            </a:r>
            <a:r>
              <a:rPr lang="en-US" dirty="0"/>
              <a:t> </a:t>
            </a:r>
            <a:r>
              <a:rPr lang="en-US" dirty="0" err="1"/>
              <a:t>مسیر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:</a:t>
            </a:r>
          </a:p>
          <a:p>
            <a:pPr rtl="1"/>
            <a:r>
              <a:rPr lang="en-US" b="1" dirty="0"/>
              <a:t>Slide 10 — Business Model &amp; Revenue Streams</a:t>
            </a:r>
            <a:endParaRPr lang="en-US" dirty="0"/>
          </a:p>
          <a:p>
            <a:pPr rtl="1"/>
            <a:r>
              <a:rPr lang="en-US" dirty="0" err="1"/>
              <a:t>یعنی</a:t>
            </a:r>
            <a:r>
              <a:rPr lang="en-US" dirty="0"/>
              <a:t> </a:t>
            </a:r>
            <a:r>
              <a:rPr lang="en-US" dirty="0" err="1"/>
              <a:t>پاسخ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سؤال</a:t>
            </a:r>
            <a:r>
              <a:rPr lang="en-US" dirty="0"/>
              <a:t> </a:t>
            </a:r>
            <a:r>
              <a:rPr lang="en-US" dirty="0" err="1"/>
              <a:t>حیاتی</a:t>
            </a:r>
            <a:r>
              <a:rPr lang="en-US" dirty="0"/>
              <a:t> </a:t>
            </a:r>
            <a:r>
              <a:rPr lang="en-US" dirty="0" err="1"/>
              <a:t>سرمایه‌گذار</a:t>
            </a:r>
            <a:r>
              <a:rPr lang="en-US" dirty="0"/>
              <a:t>:</a:t>
            </a:r>
          </a:p>
          <a:p>
            <a:pPr rtl="1"/>
            <a:r>
              <a:rPr lang="en-US" dirty="0"/>
              <a:t>"</a:t>
            </a:r>
            <a:r>
              <a:rPr lang="en-US" dirty="0" err="1"/>
              <a:t>چگونه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شرکت</a:t>
            </a:r>
            <a:r>
              <a:rPr lang="en-US" dirty="0"/>
              <a:t> </a:t>
            </a:r>
            <a:r>
              <a:rPr lang="en-US" dirty="0" err="1"/>
              <a:t>پول</a:t>
            </a:r>
            <a:r>
              <a:rPr lang="en-US" dirty="0"/>
              <a:t> </a:t>
            </a:r>
            <a:r>
              <a:rPr lang="en-US" dirty="0" err="1"/>
              <a:t>درمی‌آورد</a:t>
            </a:r>
            <a:r>
              <a:rPr lang="en-US" dirty="0"/>
              <a:t>؟"</a:t>
            </a:r>
          </a:p>
          <a:p>
            <a:pPr rtl="1"/>
            <a:r>
              <a:rPr lang="en-US" dirty="0"/>
              <a:t>و </a:t>
            </a:r>
            <a:r>
              <a:rPr lang="en-US" dirty="0" err="1"/>
              <a:t>سپس</a:t>
            </a:r>
            <a:r>
              <a:rPr lang="en-US" dirty="0"/>
              <a:t>:</a:t>
            </a:r>
          </a:p>
          <a:p>
            <a:pPr rtl="1"/>
            <a:r>
              <a:rPr lang="en-US" b="1" dirty="0"/>
              <a:t>Slide 11 — Vision &amp; Roadmap</a:t>
            </a:r>
            <a:endParaRPr lang="en-US" dirty="0"/>
          </a:p>
          <a:p>
            <a:pPr rtl="1"/>
            <a:r>
              <a:rPr lang="en-US" b="1" dirty="0"/>
              <a:t>Slide 12 — Investment Ask</a:t>
            </a:r>
            <a:endParaRPr lang="en-US" dirty="0"/>
          </a:p>
          <a:p>
            <a:pPr rtl="1"/>
            <a:r>
              <a:rPr lang="en-US" dirty="0" err="1"/>
              <a:t>تا</a:t>
            </a:r>
            <a:r>
              <a:rPr lang="en-US" dirty="0"/>
              <a:t> Pitch </a:t>
            </a:r>
            <a:r>
              <a:rPr lang="en-US" dirty="0" err="1"/>
              <a:t>کامل</a:t>
            </a:r>
            <a:r>
              <a:rPr lang="en-US" dirty="0"/>
              <a:t> </a:t>
            </a:r>
            <a:r>
              <a:rPr lang="en-US" dirty="0" err="1"/>
              <a:t>شود</a:t>
            </a:r>
            <a:r>
              <a:rPr lang="en-US" dirty="0"/>
              <a:t>.</a:t>
            </a:r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38539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5D6D6-B18B-29E0-6B2E-B53866E7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A850E8-D2CC-36F2-5A3C-B840EBAC9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63379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A Scalable Business Model</a:t>
            </a:r>
          </a:p>
          <a:p>
            <a:r>
              <a:rPr lang="en-US" b="1" dirty="0"/>
              <a:t>Starting with healthy meals.</a:t>
            </a:r>
          </a:p>
          <a:p>
            <a:r>
              <a:rPr lang="en-US" b="1" dirty="0"/>
              <a:t>Expanding into a personalized health ecosystem.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Revenue Streams:</a:t>
            </a:r>
          </a:p>
          <a:p>
            <a:r>
              <a:rPr lang="en-US" b="1" dirty="0"/>
              <a:t>1. Direct Meal Sales</a:t>
            </a:r>
          </a:p>
          <a:p>
            <a:r>
              <a:rPr lang="en-US" dirty="0"/>
              <a:t>🥗 Individual healthy meal orders</a:t>
            </a:r>
          </a:p>
          <a:p>
            <a:r>
              <a:rPr lang="en-US" dirty="0"/>
              <a:t>Daily meals </a:t>
            </a:r>
          </a:p>
          <a:p>
            <a:r>
              <a:rPr lang="en-US" dirty="0"/>
              <a:t>Customized nutrition options </a:t>
            </a:r>
          </a:p>
          <a:p>
            <a:endParaRPr lang="en-US" dirty="0"/>
          </a:p>
          <a:p>
            <a:r>
              <a:rPr lang="en-US" b="1" dirty="0"/>
              <a:t>2. Subscription Programs</a:t>
            </a:r>
          </a:p>
          <a:p>
            <a:r>
              <a:rPr lang="en-US" dirty="0"/>
              <a:t>📅 Recurring health plans</a:t>
            </a:r>
          </a:p>
          <a:p>
            <a:r>
              <a:rPr lang="en-US" dirty="0"/>
              <a:t>Diabetes support plans </a:t>
            </a:r>
          </a:p>
          <a:p>
            <a:r>
              <a:rPr lang="en-US" dirty="0"/>
              <a:t>Healthy aging programs </a:t>
            </a:r>
          </a:p>
          <a:p>
            <a:r>
              <a:rPr lang="en-US" dirty="0"/>
              <a:t>Weight management programs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3. Healthcare Partnerships</a:t>
            </a:r>
          </a:p>
          <a:p>
            <a:r>
              <a:rPr lang="en-US" dirty="0"/>
              <a:t>🤝 B2B collaborations</a:t>
            </a:r>
          </a:p>
          <a:p>
            <a:r>
              <a:rPr lang="en-US" dirty="0"/>
              <a:t>Clinics </a:t>
            </a:r>
          </a:p>
          <a:p>
            <a:r>
              <a:rPr lang="en-US" dirty="0"/>
              <a:t>Nutrition specialists </a:t>
            </a:r>
          </a:p>
          <a:p>
            <a:r>
              <a:rPr lang="en-US" dirty="0"/>
              <a:t>Healthcare organizations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4. Future AI Health Services</a:t>
            </a:r>
          </a:p>
          <a:p>
            <a:r>
              <a:rPr lang="en-US" dirty="0"/>
              <a:t>🧠 Personalized nutrition intelligence</a:t>
            </a:r>
            <a:endParaRPr lang="fa-IR" dirty="0"/>
          </a:p>
          <a:p>
            <a:endParaRPr lang="fa-IR" dirty="0"/>
          </a:p>
          <a:p>
            <a:r>
              <a:rPr lang="en-US" dirty="0"/>
              <a:t>Building a sustainable business is only the beginning. Our bigger vision is to transform how people manage health through everyday nutrition.</a:t>
            </a:r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7126440C-69E4-BB4C-2977-15176457CB46}"/>
              </a:ext>
            </a:extLst>
          </p:cNvPr>
          <p:cNvSpPr/>
          <p:nvPr/>
        </p:nvSpPr>
        <p:spPr>
          <a:xfrm>
            <a:off x="241540" y="109268"/>
            <a:ext cx="2317630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/>
              <a:t>10</a:t>
            </a:r>
            <a:endParaRPr lang="en-US" dirty="0"/>
          </a:p>
          <a:p>
            <a:pPr algn="ctr"/>
            <a:r>
              <a:rPr lang="en-US" dirty="0"/>
              <a:t>Business Model &amp; Revenue Streams</a:t>
            </a:r>
          </a:p>
        </p:txBody>
      </p:sp>
    </p:spTree>
    <p:extLst>
      <p:ext uri="{BB962C8B-B14F-4D97-AF65-F5344CB8AC3E}">
        <p14:creationId xmlns:p14="http://schemas.microsoft.com/office/powerpoint/2010/main" val="2795120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8BF2-DE7E-8EEB-6ABE-5B5B9A23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654474-E9FB-9325-5216-C3BB5F370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43251"/>
          </a:xfrm>
        </p:spPr>
        <p:txBody>
          <a:bodyPr>
            <a:normAutofit fontScale="47500" lnSpcReduction="20000"/>
          </a:bodyPr>
          <a:lstStyle/>
          <a:p>
            <a:pPr rtl="1"/>
            <a:r>
              <a:rPr lang="en-US" b="1" dirty="0" err="1"/>
              <a:t>ترجمه</a:t>
            </a:r>
            <a:r>
              <a:rPr lang="en-US" b="1" dirty="0"/>
              <a:t> </a:t>
            </a:r>
            <a:r>
              <a:rPr lang="en-US" b="1" dirty="0" err="1"/>
              <a:t>فارسی</a:t>
            </a:r>
            <a:r>
              <a:rPr lang="en-US" b="1" dirty="0"/>
              <a:t> </a:t>
            </a:r>
            <a:r>
              <a:rPr lang="en-US" b="1" dirty="0" err="1"/>
              <a:t>متن</a:t>
            </a:r>
            <a:r>
              <a:rPr lang="en-US" b="1" dirty="0"/>
              <a:t> </a:t>
            </a:r>
            <a:r>
              <a:rPr lang="en-US" b="1" dirty="0" err="1"/>
              <a:t>اسلاید</a:t>
            </a:r>
            <a:endParaRPr lang="en-US" b="1" dirty="0"/>
          </a:p>
          <a:p>
            <a:pPr rtl="1"/>
            <a:r>
              <a:rPr lang="en-US" b="1" dirty="0" err="1"/>
              <a:t>مدل</a:t>
            </a:r>
            <a:r>
              <a:rPr lang="en-US" b="1" dirty="0"/>
              <a:t> </a:t>
            </a:r>
            <a:r>
              <a:rPr lang="en-US" b="1" dirty="0" err="1"/>
              <a:t>کسب‌وکار</a:t>
            </a:r>
            <a:r>
              <a:rPr lang="en-US" b="1" dirty="0"/>
              <a:t> </a:t>
            </a:r>
            <a:r>
              <a:rPr lang="en-US" b="1" dirty="0" err="1"/>
              <a:t>قابل</a:t>
            </a:r>
            <a:r>
              <a:rPr lang="en-US" b="1" dirty="0"/>
              <a:t> </a:t>
            </a:r>
            <a:r>
              <a:rPr lang="en-US" b="1" dirty="0" err="1"/>
              <a:t>توسعه</a:t>
            </a:r>
            <a:endParaRPr lang="en-US" b="1" dirty="0"/>
          </a:p>
          <a:p>
            <a:pPr rtl="1"/>
            <a:r>
              <a:rPr lang="en-US" b="1" dirty="0" err="1"/>
              <a:t>شروع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غذای</a:t>
            </a:r>
            <a:r>
              <a:rPr lang="en-US" b="1" dirty="0"/>
              <a:t> </a:t>
            </a:r>
            <a:r>
              <a:rPr lang="en-US" b="1" dirty="0" err="1"/>
              <a:t>سالم</a:t>
            </a:r>
            <a:r>
              <a:rPr lang="en-US" b="1" dirty="0"/>
              <a:t>.</a:t>
            </a:r>
          </a:p>
          <a:p>
            <a:pPr rtl="1"/>
            <a:r>
              <a:rPr lang="en-US" b="1" dirty="0" err="1"/>
              <a:t>توسعه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سمت</a:t>
            </a:r>
            <a:r>
              <a:rPr lang="en-US" b="1" dirty="0"/>
              <a:t> </a:t>
            </a:r>
            <a:r>
              <a:rPr lang="en-US" b="1" dirty="0" err="1"/>
              <a:t>اکوسیستم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شخصی‌سازی‌شده</a:t>
            </a:r>
            <a:r>
              <a:rPr lang="en-US" b="1" dirty="0"/>
              <a:t>.</a:t>
            </a:r>
          </a:p>
          <a:p>
            <a:pPr rtl="1"/>
            <a:endParaRPr lang="en-US" dirty="0"/>
          </a:p>
          <a:p>
            <a:pPr rtl="1"/>
            <a:r>
              <a:rPr lang="en-US" b="1" dirty="0" err="1"/>
              <a:t>مسیرهای</a:t>
            </a:r>
            <a:r>
              <a:rPr lang="en-US" b="1" dirty="0"/>
              <a:t> </a:t>
            </a:r>
            <a:r>
              <a:rPr lang="en-US" b="1" dirty="0" err="1"/>
              <a:t>درآمدی</a:t>
            </a:r>
            <a:r>
              <a:rPr lang="en-US" b="1" dirty="0"/>
              <a:t>:</a:t>
            </a:r>
          </a:p>
          <a:p>
            <a:pPr rtl="1"/>
            <a:r>
              <a:rPr lang="en-US" b="1" dirty="0"/>
              <a:t>۱. </a:t>
            </a:r>
            <a:r>
              <a:rPr lang="en-US" b="1" dirty="0" err="1"/>
              <a:t>فروش</a:t>
            </a:r>
            <a:r>
              <a:rPr lang="en-US" b="1" dirty="0"/>
              <a:t> </a:t>
            </a:r>
            <a:r>
              <a:rPr lang="en-US" b="1" dirty="0" err="1"/>
              <a:t>مستقیم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endParaRPr lang="en-US" b="1" dirty="0"/>
          </a:p>
          <a:p>
            <a:pPr rtl="1"/>
            <a:r>
              <a:rPr lang="en-US" dirty="0"/>
              <a:t>🥗 </a:t>
            </a:r>
            <a:r>
              <a:rPr lang="en-US" dirty="0" err="1"/>
              <a:t>سفارش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endParaRPr lang="en-US" dirty="0"/>
          </a:p>
          <a:p>
            <a:pPr rtl="1"/>
            <a:r>
              <a:rPr lang="en-US" dirty="0" err="1"/>
              <a:t>وعده‌های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گزینه‌های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</a:p>
          <a:p>
            <a:pPr rtl="1"/>
            <a:endParaRPr lang="en-US" dirty="0"/>
          </a:p>
          <a:p>
            <a:pPr rtl="1"/>
            <a:r>
              <a:rPr lang="en-US" b="1" dirty="0"/>
              <a:t>۲. </a:t>
            </a:r>
            <a:r>
              <a:rPr lang="en-US" b="1" dirty="0" err="1"/>
              <a:t>برنامه‌های</a:t>
            </a:r>
            <a:r>
              <a:rPr lang="en-US" b="1" dirty="0"/>
              <a:t> </a:t>
            </a:r>
            <a:r>
              <a:rPr lang="en-US" b="1" dirty="0" err="1"/>
              <a:t>اشتراکی</a:t>
            </a:r>
            <a:endParaRPr lang="en-US" b="1" dirty="0"/>
          </a:p>
          <a:p>
            <a:pPr rtl="1"/>
            <a:r>
              <a:rPr lang="en-US" dirty="0"/>
              <a:t>📅 </a:t>
            </a:r>
            <a:r>
              <a:rPr lang="en-US" dirty="0" err="1"/>
              <a:t>برنامه‌های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دوره‌ای</a:t>
            </a:r>
            <a:endParaRPr lang="en-US" dirty="0"/>
          </a:p>
          <a:p>
            <a:pPr rtl="1"/>
            <a:r>
              <a:rPr lang="en-US" dirty="0" err="1"/>
              <a:t>برنامه</a:t>
            </a:r>
            <a:r>
              <a:rPr lang="en-US" dirty="0"/>
              <a:t> </a:t>
            </a:r>
            <a:r>
              <a:rPr lang="en-US" dirty="0" err="1"/>
              <a:t>حمایت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برنامه</a:t>
            </a:r>
            <a:r>
              <a:rPr lang="en-US" dirty="0"/>
              <a:t> </a:t>
            </a:r>
            <a:r>
              <a:rPr lang="en-US" dirty="0" err="1"/>
              <a:t>سالمندی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برنامه</a:t>
            </a:r>
            <a:r>
              <a:rPr lang="en-US" dirty="0"/>
              <a:t> </a:t>
            </a:r>
            <a:r>
              <a:rPr lang="en-US" dirty="0" err="1"/>
              <a:t>کنترل</a:t>
            </a:r>
            <a:r>
              <a:rPr lang="en-US" dirty="0"/>
              <a:t> </a:t>
            </a:r>
            <a:r>
              <a:rPr lang="en-US" dirty="0" err="1"/>
              <a:t>وزن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/>
              <a:t>۳. </a:t>
            </a:r>
            <a:r>
              <a:rPr lang="en-US" b="1" dirty="0" err="1"/>
              <a:t>همکاری‌های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endParaRPr lang="en-US" b="1" dirty="0"/>
          </a:p>
          <a:p>
            <a:pPr rtl="1"/>
            <a:r>
              <a:rPr lang="en-US" dirty="0"/>
              <a:t>🤝 </a:t>
            </a:r>
            <a:r>
              <a:rPr lang="en-US" dirty="0" err="1"/>
              <a:t>همکاری</a:t>
            </a:r>
            <a:r>
              <a:rPr lang="en-US" dirty="0"/>
              <a:t> B2B</a:t>
            </a:r>
          </a:p>
          <a:p>
            <a:pPr rtl="1"/>
            <a:r>
              <a:rPr lang="en-US" dirty="0" err="1"/>
              <a:t>کلینیک‌ها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متخصصان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سازمان‌های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/>
              <a:t>۴. </a:t>
            </a:r>
            <a:r>
              <a:rPr lang="en-US" b="1" dirty="0" err="1"/>
              <a:t>خدمات</a:t>
            </a:r>
            <a:r>
              <a:rPr lang="en-US" b="1" dirty="0"/>
              <a:t> </a:t>
            </a:r>
            <a:r>
              <a:rPr lang="en-US" b="1" dirty="0" err="1"/>
              <a:t>هوش</a:t>
            </a:r>
            <a:r>
              <a:rPr lang="en-US" b="1" dirty="0"/>
              <a:t> </a:t>
            </a:r>
            <a:r>
              <a:rPr lang="en-US" b="1" dirty="0" err="1"/>
              <a:t>مصنوعی</a:t>
            </a:r>
            <a:r>
              <a:rPr lang="en-US" b="1" dirty="0"/>
              <a:t> </a:t>
            </a:r>
            <a:r>
              <a:rPr lang="en-US" b="1" dirty="0" err="1"/>
              <a:t>در</a:t>
            </a:r>
            <a:r>
              <a:rPr lang="en-US" b="1" dirty="0"/>
              <a:t> </a:t>
            </a:r>
            <a:r>
              <a:rPr lang="en-US" b="1" dirty="0" err="1"/>
              <a:t>آینده</a:t>
            </a:r>
            <a:endParaRPr lang="en-US" b="1" dirty="0"/>
          </a:p>
          <a:p>
            <a:pPr rtl="1"/>
            <a:r>
              <a:rPr lang="en-US" dirty="0"/>
              <a:t>🧠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endParaRPr lang="en-US" dirty="0"/>
          </a:p>
          <a:p>
            <a:pPr rtl="1"/>
            <a:endParaRPr lang="fa-IR" b="1" dirty="0"/>
          </a:p>
          <a:p>
            <a:pPr rtl="1"/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کسب‌وکار</a:t>
            </a:r>
            <a:r>
              <a:rPr lang="en-US" dirty="0"/>
              <a:t> </a:t>
            </a:r>
            <a:r>
              <a:rPr lang="en-US" dirty="0" err="1"/>
              <a:t>پایدار</a:t>
            </a:r>
            <a:r>
              <a:rPr lang="en-US" dirty="0"/>
              <a:t> </a:t>
            </a:r>
            <a:r>
              <a:rPr lang="en-US" dirty="0" err="1"/>
              <a:t>تنها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</a:t>
            </a:r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بزرگ‌تر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تغییر</a:t>
            </a:r>
            <a:r>
              <a:rPr lang="en-US" dirty="0"/>
              <a:t> </a:t>
            </a:r>
            <a:r>
              <a:rPr lang="en-US" dirty="0" err="1"/>
              <a:t>شیوه</a:t>
            </a:r>
            <a:r>
              <a:rPr lang="en-US" dirty="0"/>
              <a:t> </a:t>
            </a:r>
            <a:r>
              <a:rPr lang="en-US" dirty="0" err="1"/>
              <a:t>مدیریت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انسان‌ها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طریق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2448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4090-9EAF-C2F5-3FCB-45F822BF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2EAD9B-F671-026D-68BB-3C16E54A0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Our initial revenue model is simple and practical: selling healthy personalized meals.</a:t>
            </a:r>
          </a:p>
          <a:p>
            <a:pPr algn="l"/>
            <a:r>
              <a:rPr lang="en-US" dirty="0"/>
              <a:t>This allows us to build customer relationships, understand user needs, and collect valuable nutrition data.</a:t>
            </a:r>
          </a:p>
          <a:p>
            <a:pPr algn="l"/>
            <a:r>
              <a:rPr lang="en-US" dirty="0"/>
              <a:t>However, our long-term business model goes beyond food sales.</a:t>
            </a:r>
          </a:p>
          <a:p>
            <a:pPr algn="l"/>
            <a:r>
              <a:rPr lang="en-US" dirty="0"/>
              <a:t>We will create recurring revenue through subscription-based nutrition programs, partnerships with healthcare providers, and eventually AI-powered personalized nutrition services.</a:t>
            </a:r>
          </a:p>
          <a:p>
            <a:pPr algn="l"/>
            <a:r>
              <a:rPr lang="en-US" dirty="0"/>
              <a:t>Food is the first interaction with the customer, but the long-term value comes from the intelligence layer built around the user's health journey.</a:t>
            </a:r>
          </a:p>
          <a:p>
            <a:br>
              <a:rPr lang="en-US" dirty="0"/>
            </a:br>
            <a:endParaRPr lang="en-US" b="1" dirty="0"/>
          </a:p>
          <a:p>
            <a:pPr algn="r" rtl="1"/>
            <a:r>
              <a:rPr lang="en-US" dirty="0" err="1"/>
              <a:t>مدل</a:t>
            </a:r>
            <a:r>
              <a:rPr lang="en-US" dirty="0"/>
              <a:t> </a:t>
            </a:r>
            <a:r>
              <a:rPr lang="en-US" dirty="0" err="1"/>
              <a:t>درآمدی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و </a:t>
            </a:r>
            <a:r>
              <a:rPr lang="en-US" dirty="0" err="1"/>
              <a:t>عملی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: </a:t>
            </a:r>
            <a:r>
              <a:rPr lang="en-US" dirty="0" err="1"/>
              <a:t>فروش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و </a:t>
            </a:r>
            <a:r>
              <a:rPr lang="en-US" dirty="0" err="1"/>
              <a:t>شخصی‌سازی‌شده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کار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مستقیم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مشتری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،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بشناسیم</a:t>
            </a:r>
            <a:r>
              <a:rPr lang="en-US" dirty="0"/>
              <a:t> و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ارزشمند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جمع‌آوری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مدل</a:t>
            </a:r>
            <a:r>
              <a:rPr lang="en-US" dirty="0"/>
              <a:t> </a:t>
            </a:r>
            <a:r>
              <a:rPr lang="en-US" dirty="0" err="1"/>
              <a:t>کسب‌وکار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فروش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طریق</a:t>
            </a:r>
            <a:r>
              <a:rPr lang="en-US" dirty="0"/>
              <a:t> </a:t>
            </a:r>
            <a:r>
              <a:rPr lang="en-US" dirty="0" err="1"/>
              <a:t>برنامه‌های</a:t>
            </a:r>
            <a:r>
              <a:rPr lang="en-US" dirty="0"/>
              <a:t> </a:t>
            </a:r>
            <a:r>
              <a:rPr lang="en-US" dirty="0" err="1"/>
              <a:t>اشتراکی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، </a:t>
            </a:r>
            <a:r>
              <a:rPr lang="en-US" dirty="0" err="1"/>
              <a:t>همکاری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مراکز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خدمات</a:t>
            </a:r>
            <a:r>
              <a:rPr lang="en-US" dirty="0"/>
              <a:t>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، </a:t>
            </a:r>
            <a:r>
              <a:rPr lang="en-US" dirty="0" err="1"/>
              <a:t>مسیرهای</a:t>
            </a:r>
            <a:r>
              <a:rPr lang="en-US" dirty="0"/>
              <a:t> </a:t>
            </a:r>
            <a:r>
              <a:rPr lang="en-US" dirty="0" err="1"/>
              <a:t>درآمدی</a:t>
            </a:r>
            <a:r>
              <a:rPr lang="en-US" dirty="0"/>
              <a:t> </a:t>
            </a:r>
            <a:r>
              <a:rPr lang="en-US" dirty="0" err="1"/>
              <a:t>متنوعی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خواهیم</a:t>
            </a:r>
            <a:r>
              <a:rPr lang="en-US" dirty="0"/>
              <a:t> </a:t>
            </a:r>
            <a:r>
              <a:rPr lang="en-US" dirty="0" err="1"/>
              <a:t>کرد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مشتری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لایه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ساخته‌شده</a:t>
            </a:r>
            <a:r>
              <a:rPr lang="en-US" dirty="0"/>
              <a:t> </a:t>
            </a:r>
            <a:r>
              <a:rPr lang="en-US" dirty="0" err="1"/>
              <a:t>حول</a:t>
            </a:r>
            <a:r>
              <a:rPr lang="en-US" dirty="0"/>
              <a:t> </a:t>
            </a:r>
            <a:r>
              <a:rPr lang="en-US" dirty="0" err="1"/>
              <a:t>مسیر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77795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0671-28A3-5441-27EE-E8F7D1A4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212565-5913-A9B3-14D0-1E58FFAAE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92500" lnSpcReduction="20000"/>
          </a:bodyPr>
          <a:lstStyle/>
          <a:p>
            <a:pPr rtl="1"/>
            <a:r>
              <a:rPr lang="fa-IR" b="1" dirty="0"/>
              <a:t>برای خودم</a:t>
            </a:r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۱:</a:t>
            </a:r>
          </a:p>
          <a:p>
            <a:pPr rtl="1"/>
            <a:r>
              <a:rPr lang="en-US" b="1" dirty="0" err="1"/>
              <a:t>چرا</a:t>
            </a:r>
            <a:r>
              <a:rPr lang="en-US" b="1" dirty="0"/>
              <a:t> </a:t>
            </a:r>
            <a:r>
              <a:rPr lang="en-US" b="1" dirty="0" err="1"/>
              <a:t>مشتری</a:t>
            </a:r>
            <a:r>
              <a:rPr lang="en-US" b="1" dirty="0"/>
              <a:t> </a:t>
            </a:r>
            <a:r>
              <a:rPr lang="en-US" b="1" dirty="0" err="1"/>
              <a:t>باید</a:t>
            </a:r>
            <a:r>
              <a:rPr lang="en-US" b="1" dirty="0"/>
              <a:t> </a:t>
            </a:r>
            <a:r>
              <a:rPr lang="en-US" b="1" dirty="0" err="1"/>
              <a:t>اشتراک</a:t>
            </a:r>
            <a:r>
              <a:rPr lang="en-US" b="1" dirty="0"/>
              <a:t> </a:t>
            </a:r>
            <a:r>
              <a:rPr lang="en-US" b="1" dirty="0" err="1"/>
              <a:t>ماهانه</a:t>
            </a:r>
            <a:r>
              <a:rPr lang="en-US" b="1" dirty="0"/>
              <a:t> </a:t>
            </a:r>
            <a:r>
              <a:rPr lang="en-US" b="1" dirty="0" err="1"/>
              <a:t>بخرد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زیرا</a:t>
            </a:r>
            <a:r>
              <a:rPr lang="en-US" dirty="0"/>
              <a:t> </a:t>
            </a:r>
            <a:r>
              <a:rPr lang="en-US" dirty="0" err="1"/>
              <a:t>بسیاری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مشکلات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مانند</a:t>
            </a:r>
            <a:r>
              <a:rPr lang="en-US" dirty="0"/>
              <a:t> </a:t>
            </a:r>
            <a:r>
              <a:rPr lang="en-US" dirty="0" err="1"/>
              <a:t>کنترل</a:t>
            </a:r>
            <a:r>
              <a:rPr lang="en-US" dirty="0"/>
              <a:t> </a:t>
            </a:r>
            <a:r>
              <a:rPr lang="en-US" dirty="0" err="1"/>
              <a:t>وزن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مدیریت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،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وعده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حل</a:t>
            </a:r>
            <a:r>
              <a:rPr lang="en-US" dirty="0"/>
              <a:t> </a:t>
            </a:r>
            <a:r>
              <a:rPr lang="en-US" dirty="0" err="1"/>
              <a:t>نمی‌شوند</a:t>
            </a:r>
            <a:r>
              <a:rPr lang="en-US" dirty="0"/>
              <a:t> و </a:t>
            </a:r>
            <a:r>
              <a:rPr lang="en-US" dirty="0" err="1"/>
              <a:t>نیازمند</a:t>
            </a:r>
            <a:r>
              <a:rPr lang="en-US" dirty="0"/>
              <a:t> </a:t>
            </a:r>
            <a:r>
              <a:rPr lang="en-US" dirty="0" err="1"/>
              <a:t>استمرار</a:t>
            </a:r>
            <a:r>
              <a:rPr lang="en-US" dirty="0"/>
              <a:t> و </a:t>
            </a:r>
            <a:r>
              <a:rPr lang="en-US" dirty="0" err="1"/>
              <a:t>برنامه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۲:</a:t>
            </a:r>
          </a:p>
          <a:p>
            <a:pPr rtl="1"/>
            <a:r>
              <a:rPr lang="en-US" b="1" dirty="0" err="1"/>
              <a:t>حاشیه</a:t>
            </a:r>
            <a:r>
              <a:rPr lang="en-US" b="1" dirty="0"/>
              <a:t> </a:t>
            </a:r>
            <a:r>
              <a:rPr lang="en-US" b="1" dirty="0" err="1"/>
              <a:t>سود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معمولاً</a:t>
            </a:r>
            <a:r>
              <a:rPr lang="en-US" b="1" dirty="0"/>
              <a:t> </a:t>
            </a:r>
            <a:r>
              <a:rPr lang="en-US" b="1" dirty="0" err="1"/>
              <a:t>پایین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. </a:t>
            </a:r>
            <a:r>
              <a:rPr lang="en-US" b="1" dirty="0" err="1"/>
              <a:t>چگونه</a:t>
            </a:r>
            <a:r>
              <a:rPr lang="en-US" b="1" dirty="0"/>
              <a:t> </a:t>
            </a:r>
            <a:r>
              <a:rPr lang="en-US" b="1" dirty="0" err="1"/>
              <a:t>مقیاس</a:t>
            </a:r>
            <a:r>
              <a:rPr lang="en-US" b="1" dirty="0"/>
              <a:t> </a:t>
            </a:r>
            <a:r>
              <a:rPr lang="en-US" b="1" dirty="0" err="1"/>
              <a:t>ایجاد</a:t>
            </a:r>
            <a:r>
              <a:rPr lang="en-US" b="1" dirty="0"/>
              <a:t> </a:t>
            </a:r>
            <a:r>
              <a:rPr lang="en-US" b="1" dirty="0" err="1"/>
              <a:t>می‌کنید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مرحله</a:t>
            </a:r>
            <a:r>
              <a:rPr lang="en-US" dirty="0"/>
              <a:t> </a:t>
            </a:r>
            <a:r>
              <a:rPr lang="en-US" dirty="0" err="1"/>
              <a:t>اول</a:t>
            </a:r>
            <a:r>
              <a:rPr lang="en-US" dirty="0"/>
              <a:t>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و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مراحل</a:t>
            </a:r>
            <a:r>
              <a:rPr lang="en-US" dirty="0"/>
              <a:t> </a:t>
            </a:r>
            <a:r>
              <a:rPr lang="en-US" dirty="0" err="1"/>
              <a:t>بعد</a:t>
            </a:r>
            <a:r>
              <a:rPr lang="en-US" dirty="0"/>
              <a:t>، </a:t>
            </a:r>
            <a:r>
              <a:rPr lang="en-US" dirty="0" err="1"/>
              <a:t>اشتراک‌ها</a:t>
            </a:r>
            <a:r>
              <a:rPr lang="en-US" dirty="0"/>
              <a:t>، </a:t>
            </a:r>
            <a:r>
              <a:rPr lang="en-US" dirty="0" err="1"/>
              <a:t>همکاری‌های</a:t>
            </a:r>
            <a:r>
              <a:rPr lang="en-US" dirty="0"/>
              <a:t> B2B و </a:t>
            </a:r>
            <a:r>
              <a:rPr lang="en-US" dirty="0" err="1"/>
              <a:t>خدمات</a:t>
            </a:r>
            <a:r>
              <a:rPr lang="en-US" dirty="0"/>
              <a:t> </a:t>
            </a:r>
            <a:r>
              <a:rPr lang="en-US" dirty="0" err="1"/>
              <a:t>دیجیتال</a:t>
            </a:r>
            <a:r>
              <a:rPr lang="en-US" dirty="0"/>
              <a:t> </a:t>
            </a:r>
            <a:r>
              <a:rPr lang="en-US" dirty="0" err="1"/>
              <a:t>باعث</a:t>
            </a:r>
            <a:r>
              <a:rPr lang="en-US" dirty="0"/>
              <a:t> </a:t>
            </a:r>
            <a:r>
              <a:rPr lang="en-US" dirty="0" err="1"/>
              <a:t>افزایش</a:t>
            </a:r>
            <a:r>
              <a:rPr lang="en-US" dirty="0"/>
              <a:t> </a:t>
            </a:r>
            <a:r>
              <a:rPr lang="en-US" dirty="0" err="1"/>
              <a:t>مقیاس‌پذیری</a:t>
            </a:r>
            <a:r>
              <a:rPr lang="en-US" dirty="0"/>
              <a:t> و </a:t>
            </a:r>
            <a:r>
              <a:rPr lang="en-US" dirty="0" err="1"/>
              <a:t>حاشیه</a:t>
            </a:r>
            <a:r>
              <a:rPr lang="en-US" dirty="0"/>
              <a:t> </a:t>
            </a:r>
            <a:r>
              <a:rPr lang="en-US" dirty="0" err="1"/>
              <a:t>سود</a:t>
            </a:r>
            <a:r>
              <a:rPr lang="en-US" dirty="0"/>
              <a:t> </a:t>
            </a:r>
            <a:r>
              <a:rPr lang="en-US" dirty="0" err="1"/>
              <a:t>می‌شوند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سؤال</a:t>
            </a:r>
            <a:r>
              <a:rPr lang="en-US" b="1" dirty="0"/>
              <a:t> ۳: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همکاری</a:t>
            </a:r>
            <a:r>
              <a:rPr lang="en-US" b="1" dirty="0"/>
              <a:t> </a:t>
            </a:r>
            <a:r>
              <a:rPr lang="en-US" b="1" dirty="0" err="1"/>
              <a:t>با</a:t>
            </a:r>
            <a:r>
              <a:rPr lang="en-US" b="1" dirty="0"/>
              <a:t> </a:t>
            </a:r>
            <a:r>
              <a:rPr lang="en-US" b="1" dirty="0" err="1"/>
              <a:t>پزشکان</a:t>
            </a:r>
            <a:r>
              <a:rPr lang="en-US" b="1" dirty="0"/>
              <a:t> و </a:t>
            </a:r>
            <a:r>
              <a:rPr lang="en-US" b="1" dirty="0" err="1"/>
              <a:t>متخصصان</a:t>
            </a:r>
            <a:r>
              <a:rPr lang="en-US" b="1" dirty="0"/>
              <a:t> </a:t>
            </a:r>
            <a:r>
              <a:rPr lang="en-US" b="1" dirty="0" err="1"/>
              <a:t>تغذیه</a:t>
            </a:r>
            <a:r>
              <a:rPr lang="en-US" b="1" dirty="0"/>
              <a:t> </a:t>
            </a:r>
            <a:r>
              <a:rPr lang="en-US" b="1" dirty="0" err="1"/>
              <a:t>بخشی</a:t>
            </a:r>
            <a:r>
              <a:rPr lang="en-US" b="1" dirty="0"/>
              <a:t> </a:t>
            </a:r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مدل</a:t>
            </a:r>
            <a:r>
              <a:rPr lang="en-US" b="1" dirty="0"/>
              <a:t> </a:t>
            </a:r>
            <a:r>
              <a:rPr lang="en-US" b="1" dirty="0" err="1"/>
              <a:t>شماست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بله</a:t>
            </a:r>
            <a:r>
              <a:rPr lang="en-US" dirty="0"/>
              <a:t>. </a:t>
            </a:r>
            <a:r>
              <a:rPr lang="en-US" dirty="0" err="1"/>
              <a:t>پزشکان</a:t>
            </a:r>
            <a:r>
              <a:rPr lang="en-US" dirty="0"/>
              <a:t> و </a:t>
            </a:r>
            <a:r>
              <a:rPr lang="en-US" dirty="0" err="1"/>
              <a:t>متخصصان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نقش</a:t>
            </a:r>
            <a:r>
              <a:rPr lang="en-US" dirty="0"/>
              <a:t> </a:t>
            </a:r>
            <a:r>
              <a:rPr lang="en-US" dirty="0" err="1"/>
              <a:t>مهمی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اعتبار</a:t>
            </a:r>
            <a:r>
              <a:rPr lang="en-US" dirty="0"/>
              <a:t> </a:t>
            </a:r>
            <a:r>
              <a:rPr lang="en-US" dirty="0" err="1"/>
              <a:t>علمی</a:t>
            </a:r>
            <a:r>
              <a:rPr lang="en-US" dirty="0"/>
              <a:t>، </a:t>
            </a:r>
            <a:r>
              <a:rPr lang="en-US" dirty="0" err="1"/>
              <a:t>طراحی</a:t>
            </a:r>
            <a:r>
              <a:rPr lang="en-US" dirty="0"/>
              <a:t> </a:t>
            </a:r>
            <a:r>
              <a:rPr lang="en-US" dirty="0" err="1"/>
              <a:t>برنامه‌ها</a:t>
            </a:r>
            <a:r>
              <a:rPr lang="en-US" dirty="0"/>
              <a:t> و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داشته</a:t>
            </a:r>
            <a:r>
              <a:rPr lang="en-US" dirty="0"/>
              <a:t> </a:t>
            </a:r>
            <a:r>
              <a:rPr lang="en-US" dirty="0" err="1"/>
              <a:t>باشند</a:t>
            </a:r>
            <a:r>
              <a:rPr lang="en-US" dirty="0"/>
              <a:t>.</a:t>
            </a:r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5794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A3FB2-F056-D1F9-2B14-73D3D74C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4D4F-C706-637A-8A71-9D579312F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Vision &amp; Investment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3CEB-B42C-0215-2A52-4565777EAD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rtl="1"/>
            <a:r>
              <a:rPr lang="fa-IR" dirty="0"/>
              <a:t>شرکت اسمارت </a:t>
            </a:r>
            <a:r>
              <a:rPr lang="en-US" dirty="0"/>
              <a:t>AI</a:t>
            </a:r>
            <a:r>
              <a:rPr lang="fa-IR" dirty="0"/>
              <a:t> سیستم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3686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79794-4130-2929-8451-E7817C5D9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DB473B-A834-1AA9-43E5-BEF77CF7D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472647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Our Vision</a:t>
            </a:r>
          </a:p>
          <a:p>
            <a:r>
              <a:rPr lang="en-US" b="1" dirty="0"/>
              <a:t>From Healthy Meals</a:t>
            </a:r>
          </a:p>
          <a:p>
            <a:r>
              <a:rPr lang="en-US" b="1" dirty="0"/>
              <a:t>To Personal Health Intelligence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Phase 1 — Trusted Nutrition Platform</a:t>
            </a:r>
          </a:p>
          <a:p>
            <a:r>
              <a:rPr lang="en-US" dirty="0"/>
              <a:t>🥗 Launch personalized healthy meals</a:t>
            </a:r>
          </a:p>
          <a:p>
            <a:r>
              <a:rPr lang="en-US" dirty="0"/>
              <a:t>Transparent nutrition information </a:t>
            </a:r>
          </a:p>
          <a:p>
            <a:r>
              <a:rPr lang="en-US" dirty="0"/>
              <a:t>Health-focused meal categories </a:t>
            </a:r>
          </a:p>
          <a:p>
            <a:r>
              <a:rPr lang="en-US" dirty="0"/>
              <a:t>Build customer trust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Phase 2 — Intelligent Nutrition System</a:t>
            </a:r>
          </a:p>
          <a:p>
            <a:r>
              <a:rPr lang="en-US" dirty="0"/>
              <a:t>🧠 Use data &amp; AI to improve personalization</a:t>
            </a:r>
          </a:p>
          <a:p>
            <a:r>
              <a:rPr lang="en-US" dirty="0"/>
              <a:t>Smart meal recommendations </a:t>
            </a:r>
          </a:p>
          <a:p>
            <a:r>
              <a:rPr lang="en-US" dirty="0"/>
              <a:t>Nutrition insights </a:t>
            </a:r>
          </a:p>
          <a:p>
            <a:r>
              <a:rPr lang="en-US" dirty="0"/>
              <a:t>Personalized health journeys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Phase 3 — Personal Health Ecosystem</a:t>
            </a:r>
          </a:p>
          <a:p>
            <a:r>
              <a:rPr lang="en-US" dirty="0"/>
              <a:t>🌱 Become a daily health companion</a:t>
            </a:r>
          </a:p>
          <a:p>
            <a:r>
              <a:rPr lang="en-US" dirty="0"/>
              <a:t>AI-powered nutrition assistant </a:t>
            </a:r>
          </a:p>
          <a:p>
            <a:r>
              <a:rPr lang="en-US" dirty="0"/>
              <a:t>Family health support </a:t>
            </a:r>
          </a:p>
          <a:p>
            <a:r>
              <a:rPr lang="en-US" dirty="0"/>
              <a:t>Healthcare partnerships </a:t>
            </a:r>
          </a:p>
          <a:p>
            <a:endParaRPr lang="fa-IR" b="1" dirty="0"/>
          </a:p>
          <a:p>
            <a:r>
              <a:rPr lang="en-US" dirty="0"/>
              <a:t>To turn this vision into reality, we are looking for the right partners and investment to build the foundation of GINKOVA.</a:t>
            </a:r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6212E74D-78BC-384D-91DA-C915408F91ED}"/>
              </a:ext>
            </a:extLst>
          </p:cNvPr>
          <p:cNvSpPr/>
          <p:nvPr/>
        </p:nvSpPr>
        <p:spPr>
          <a:xfrm>
            <a:off x="241539" y="109268"/>
            <a:ext cx="1926567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/>
              <a:t>11</a:t>
            </a:r>
          </a:p>
          <a:p>
            <a:pPr algn="ctr"/>
            <a:r>
              <a:rPr lang="en-US" dirty="0"/>
              <a:t>Vision &amp; Growth Roadmap</a:t>
            </a:r>
          </a:p>
        </p:txBody>
      </p:sp>
    </p:spTree>
    <p:extLst>
      <p:ext uri="{BB962C8B-B14F-4D97-AF65-F5344CB8AC3E}">
        <p14:creationId xmlns:p14="http://schemas.microsoft.com/office/powerpoint/2010/main" val="10286457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C526E-9EB3-D371-7299-08D212EF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24EC62-B41E-BAB2-96DE-37E19ED81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400760"/>
          </a:xfrm>
        </p:spPr>
        <p:txBody>
          <a:bodyPr>
            <a:normAutofit fontScale="47500" lnSpcReduction="20000"/>
          </a:bodyPr>
          <a:lstStyle/>
          <a:p>
            <a:pPr rtl="1"/>
            <a:r>
              <a:rPr lang="en-US" b="1" dirty="0" err="1"/>
              <a:t>ترجمه</a:t>
            </a:r>
            <a:r>
              <a:rPr lang="en-US" b="1" dirty="0"/>
              <a:t> </a:t>
            </a:r>
            <a:r>
              <a:rPr lang="en-US" b="1" dirty="0" err="1"/>
              <a:t>فارسی</a:t>
            </a:r>
            <a:r>
              <a:rPr lang="en-US" b="1" dirty="0"/>
              <a:t> </a:t>
            </a:r>
            <a:r>
              <a:rPr lang="en-US" b="1" dirty="0" err="1"/>
              <a:t>متن</a:t>
            </a:r>
            <a:r>
              <a:rPr lang="en-US" b="1" dirty="0"/>
              <a:t> </a:t>
            </a:r>
            <a:r>
              <a:rPr lang="en-US" b="1" dirty="0" err="1"/>
              <a:t>اسلاید</a:t>
            </a:r>
            <a:endParaRPr lang="en-US" b="1" dirty="0"/>
          </a:p>
          <a:p>
            <a:pPr rtl="1"/>
            <a:r>
              <a:rPr lang="en-US" b="1" dirty="0" err="1"/>
              <a:t>چشم‌انداز</a:t>
            </a:r>
            <a:r>
              <a:rPr lang="en-US" b="1" dirty="0"/>
              <a:t> </a:t>
            </a:r>
            <a:r>
              <a:rPr lang="en-US" b="1" dirty="0" err="1"/>
              <a:t>ما</a:t>
            </a:r>
            <a:endParaRPr lang="en-US" b="1" dirty="0"/>
          </a:p>
          <a:p>
            <a:pPr rtl="1"/>
            <a:r>
              <a:rPr lang="en-US" b="1" dirty="0" err="1"/>
              <a:t>از</a:t>
            </a:r>
            <a:r>
              <a:rPr lang="en-US" b="1" dirty="0"/>
              <a:t> </a:t>
            </a:r>
            <a:r>
              <a:rPr lang="en-US" b="1" dirty="0" err="1"/>
              <a:t>غذای</a:t>
            </a:r>
            <a:r>
              <a:rPr lang="en-US" b="1" dirty="0"/>
              <a:t> </a:t>
            </a:r>
            <a:r>
              <a:rPr lang="en-US" b="1" dirty="0" err="1"/>
              <a:t>سالم</a:t>
            </a:r>
            <a:endParaRPr lang="en-US" b="1" dirty="0"/>
          </a:p>
          <a:p>
            <a:pPr rtl="1"/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سمت</a:t>
            </a:r>
            <a:r>
              <a:rPr lang="en-US" b="1" dirty="0"/>
              <a:t> </a:t>
            </a:r>
            <a:r>
              <a:rPr lang="en-US" b="1" dirty="0" err="1"/>
              <a:t>هوشمندی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شخصی</a:t>
            </a:r>
            <a:endParaRPr lang="en-US" b="1" dirty="0"/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مرحله</a:t>
            </a:r>
            <a:r>
              <a:rPr lang="en-US" b="1" dirty="0"/>
              <a:t> ۱ — </a:t>
            </a:r>
            <a:r>
              <a:rPr lang="en-US" b="1" dirty="0" err="1"/>
              <a:t>پلتفرم</a:t>
            </a:r>
            <a:r>
              <a:rPr lang="en-US" b="1" dirty="0"/>
              <a:t> </a:t>
            </a:r>
            <a:r>
              <a:rPr lang="en-US" b="1" dirty="0" err="1"/>
              <a:t>تغذیه</a:t>
            </a:r>
            <a:r>
              <a:rPr lang="en-US" b="1" dirty="0"/>
              <a:t> </a:t>
            </a:r>
            <a:r>
              <a:rPr lang="en-US" b="1" dirty="0" err="1"/>
              <a:t>قابل</a:t>
            </a:r>
            <a:r>
              <a:rPr lang="en-US" b="1" dirty="0"/>
              <a:t> </a:t>
            </a:r>
            <a:r>
              <a:rPr lang="en-US" b="1" dirty="0" err="1"/>
              <a:t>اعتماد</a:t>
            </a:r>
            <a:endParaRPr lang="en-US" b="1" dirty="0"/>
          </a:p>
          <a:p>
            <a:pPr rtl="1"/>
            <a:r>
              <a:rPr lang="en-US" dirty="0"/>
              <a:t>🥗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endParaRPr lang="en-US" dirty="0"/>
          </a:p>
          <a:p>
            <a:pPr rtl="1"/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شفاف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دسته‌بندی‌های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مرحله</a:t>
            </a:r>
            <a:r>
              <a:rPr lang="en-US" b="1" dirty="0"/>
              <a:t> ۲ — </a:t>
            </a:r>
            <a:r>
              <a:rPr lang="en-US" b="1" dirty="0" err="1"/>
              <a:t>سیستم</a:t>
            </a:r>
            <a:r>
              <a:rPr lang="en-US" b="1" dirty="0"/>
              <a:t> </a:t>
            </a:r>
            <a:r>
              <a:rPr lang="en-US" b="1" dirty="0" err="1"/>
              <a:t>هوشمند</a:t>
            </a:r>
            <a:r>
              <a:rPr lang="en-US" b="1" dirty="0"/>
              <a:t> </a:t>
            </a:r>
            <a:r>
              <a:rPr lang="en-US" b="1" dirty="0" err="1"/>
              <a:t>تغذیه</a:t>
            </a:r>
            <a:endParaRPr lang="en-US" b="1" dirty="0"/>
          </a:p>
          <a:p>
            <a:pPr rtl="1"/>
            <a:r>
              <a:rPr lang="en-US" dirty="0"/>
              <a:t>🧠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داده</a:t>
            </a:r>
            <a:r>
              <a:rPr lang="en-US" dirty="0"/>
              <a:t> و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شخصی‌سازی</a:t>
            </a:r>
            <a:r>
              <a:rPr lang="en-US" dirty="0"/>
              <a:t> </a:t>
            </a:r>
            <a:r>
              <a:rPr lang="en-US" dirty="0" err="1"/>
              <a:t>بیشتر</a:t>
            </a:r>
            <a:endParaRPr lang="en-US" dirty="0"/>
          </a:p>
          <a:p>
            <a:pPr rtl="1"/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بینش‌های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مسیرهای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 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مرحله</a:t>
            </a:r>
            <a:r>
              <a:rPr lang="en-US" b="1" dirty="0"/>
              <a:t> ۳ — </a:t>
            </a:r>
            <a:r>
              <a:rPr lang="en-US" b="1" dirty="0" err="1"/>
              <a:t>اکوسیستم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شخصی</a:t>
            </a:r>
            <a:endParaRPr lang="en-US" b="1" dirty="0"/>
          </a:p>
          <a:p>
            <a:pPr rtl="1"/>
            <a:r>
              <a:rPr lang="en-US" dirty="0"/>
              <a:t>🌱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شدن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همراه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افراد</a:t>
            </a:r>
            <a:endParaRPr lang="en-US" dirty="0"/>
          </a:p>
          <a:p>
            <a:pPr rtl="1"/>
            <a:r>
              <a:rPr lang="en-US" dirty="0" err="1"/>
              <a:t>دستیار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مبتنی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AI </a:t>
            </a:r>
          </a:p>
          <a:p>
            <a:pPr rtl="1"/>
            <a:r>
              <a:rPr lang="en-US" dirty="0" err="1"/>
              <a:t>حمایت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خانواده</a:t>
            </a:r>
            <a:r>
              <a:rPr lang="en-US" dirty="0"/>
              <a:t> </a:t>
            </a:r>
          </a:p>
          <a:p>
            <a:pPr rtl="1"/>
            <a:r>
              <a:rPr lang="en-US" dirty="0" err="1"/>
              <a:t>همکاری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سازمان‌های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endParaRPr lang="fa-IR" dirty="0"/>
          </a:p>
          <a:p>
            <a:pPr rtl="1"/>
            <a:endParaRPr lang="fa-IR" dirty="0"/>
          </a:p>
          <a:p>
            <a:pPr rtl="1"/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واقعیت</a:t>
            </a:r>
            <a:r>
              <a:rPr lang="en-US" dirty="0"/>
              <a:t>،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دنبال</a:t>
            </a:r>
            <a:r>
              <a:rPr lang="en-US" dirty="0"/>
              <a:t> </a:t>
            </a:r>
            <a:r>
              <a:rPr lang="en-US" dirty="0" err="1"/>
              <a:t>شریک</a:t>
            </a:r>
            <a:r>
              <a:rPr lang="en-US" dirty="0"/>
              <a:t> و </a:t>
            </a:r>
            <a:r>
              <a:rPr lang="en-US" dirty="0" err="1"/>
              <a:t>سرمایه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پایه‌های</a:t>
            </a:r>
            <a:r>
              <a:rPr lang="en-US" dirty="0"/>
              <a:t> GINKOVA </a:t>
            </a:r>
            <a:r>
              <a:rPr lang="en-US" dirty="0" err="1"/>
              <a:t>هستیم</a:t>
            </a:r>
            <a:r>
              <a:rPr lang="en-US" dirty="0"/>
              <a:t>.</a:t>
            </a:r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49809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17AEB-636A-1923-95B2-961D14100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ED91B5-928F-8D14-B20A-AC47DB7E9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31449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Our vision goes beyond delivering healthy meals.</a:t>
            </a:r>
          </a:p>
          <a:p>
            <a:pPr algn="l"/>
            <a:r>
              <a:rPr lang="en-US" dirty="0"/>
              <a:t>We see food as the daily connection point between people and their health.</a:t>
            </a:r>
          </a:p>
          <a:p>
            <a:pPr algn="l"/>
            <a:r>
              <a:rPr lang="en-US" dirty="0"/>
              <a:t>In the first phase, we build trust through high-quality personalized meals and transparent nutrition information.</a:t>
            </a:r>
          </a:p>
          <a:p>
            <a:pPr algn="l"/>
            <a:r>
              <a:rPr lang="en-US" dirty="0"/>
              <a:t>In the second phase, we use collected data and artificial intelligence to create smarter recommendations and personalized nutrition journeys.</a:t>
            </a:r>
          </a:p>
          <a:p>
            <a:pPr algn="l"/>
            <a:r>
              <a:rPr lang="en-US" dirty="0"/>
              <a:t>In the long term, GINKOVA becomes a personal health ecosystem — a trusted companion that helps individuals and families make better health decisions every day.</a:t>
            </a:r>
          </a:p>
          <a:p>
            <a:pPr algn="l"/>
            <a:r>
              <a:rPr lang="en-US" dirty="0"/>
              <a:t>Food is our entry point.</a:t>
            </a:r>
            <a:br>
              <a:rPr lang="en-US" dirty="0"/>
            </a:br>
            <a:r>
              <a:rPr lang="en-US" dirty="0"/>
              <a:t>Personal health intelligence is our future.</a:t>
            </a:r>
          </a:p>
          <a:p>
            <a:pPr algn="r" rtl="1"/>
            <a:endParaRPr lang="en-US" b="1" dirty="0"/>
          </a:p>
          <a:p>
            <a:pPr algn="r" rtl="1"/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فراتر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ارسال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عنوان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بین</a:t>
            </a:r>
            <a:r>
              <a:rPr lang="en-US" dirty="0"/>
              <a:t> </a:t>
            </a:r>
            <a:r>
              <a:rPr lang="en-US" dirty="0" err="1"/>
              <a:t>انسان</a:t>
            </a:r>
            <a:r>
              <a:rPr lang="en-US" dirty="0"/>
              <a:t> و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او</a:t>
            </a:r>
            <a:r>
              <a:rPr lang="en-US" dirty="0"/>
              <a:t> </a:t>
            </a:r>
            <a:r>
              <a:rPr lang="en-US" dirty="0" err="1"/>
              <a:t>می‌بینیم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مرحله</a:t>
            </a:r>
            <a:r>
              <a:rPr lang="en-US" dirty="0"/>
              <a:t> </a:t>
            </a:r>
            <a:r>
              <a:rPr lang="en-US" dirty="0" err="1"/>
              <a:t>اول</a:t>
            </a:r>
            <a:r>
              <a:rPr lang="en-US" dirty="0"/>
              <a:t>،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باکیفیت</a:t>
            </a:r>
            <a:r>
              <a:rPr lang="en-US" dirty="0"/>
              <a:t>،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شفاف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و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قابل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،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مرحله</a:t>
            </a:r>
            <a:r>
              <a:rPr lang="en-US" dirty="0"/>
              <a:t> </a:t>
            </a:r>
            <a:r>
              <a:rPr lang="en-US" dirty="0" err="1"/>
              <a:t>دوم</a:t>
            </a:r>
            <a:r>
              <a:rPr lang="en-US" dirty="0"/>
              <a:t>،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جمع‌آوری‌شده</a:t>
            </a:r>
            <a:r>
              <a:rPr lang="en-US" dirty="0"/>
              <a:t> و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هوشمندتر</a:t>
            </a:r>
            <a:r>
              <a:rPr lang="en-US" dirty="0"/>
              <a:t> و </a:t>
            </a:r>
            <a:r>
              <a:rPr lang="en-US" dirty="0" err="1"/>
              <a:t>مسیرهای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، GINKOVA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؛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همراه</a:t>
            </a:r>
            <a:r>
              <a:rPr lang="en-US" dirty="0"/>
              <a:t> </a:t>
            </a:r>
            <a:r>
              <a:rPr lang="en-US" dirty="0" err="1"/>
              <a:t>قابل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و </a:t>
            </a:r>
            <a:r>
              <a:rPr lang="en-US" dirty="0" err="1"/>
              <a:t>خانواده‌ها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بهتری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بگیرند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ورود</a:t>
            </a:r>
            <a:r>
              <a:rPr lang="en-US" dirty="0"/>
              <a:t> </a:t>
            </a:r>
            <a:r>
              <a:rPr lang="en-US" dirty="0" err="1"/>
              <a:t>ماست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،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ماست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841213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38A9-64CA-E1D1-BCDF-8AFC45A0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562EBD-409C-EB33-EA40-37C0694F4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92500" lnSpcReduction="20000"/>
          </a:bodyPr>
          <a:lstStyle/>
          <a:p>
            <a:pPr rtl="1"/>
            <a:r>
              <a:rPr lang="en-US" b="1" dirty="0" err="1"/>
              <a:t>سؤال</a:t>
            </a:r>
            <a:r>
              <a:rPr lang="en-US" b="1" dirty="0"/>
              <a:t> ۱:</a:t>
            </a:r>
          </a:p>
          <a:p>
            <a:pPr rtl="1"/>
            <a:r>
              <a:rPr lang="en-US" b="1" dirty="0" err="1"/>
              <a:t>آیا</a:t>
            </a:r>
            <a:r>
              <a:rPr lang="en-US" b="1" dirty="0"/>
              <a:t> </a:t>
            </a:r>
            <a:r>
              <a:rPr lang="en-US" b="1" dirty="0" err="1"/>
              <a:t>این</a:t>
            </a:r>
            <a:r>
              <a:rPr lang="en-US" b="1" dirty="0"/>
              <a:t> Vision </a:t>
            </a:r>
            <a:r>
              <a:rPr lang="en-US" b="1" dirty="0" err="1"/>
              <a:t>خیلی</a:t>
            </a:r>
            <a:r>
              <a:rPr lang="en-US" b="1" dirty="0"/>
              <a:t> </a:t>
            </a:r>
            <a:r>
              <a:rPr lang="en-US" b="1" dirty="0" err="1"/>
              <a:t>بزرگ</a:t>
            </a:r>
            <a:r>
              <a:rPr lang="en-US" b="1" dirty="0"/>
              <a:t> </a:t>
            </a:r>
            <a:r>
              <a:rPr lang="en-US" b="1" dirty="0" err="1"/>
              <a:t>نیست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مشخص</a:t>
            </a:r>
            <a:r>
              <a:rPr lang="en-US" dirty="0"/>
              <a:t> و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طراحی</a:t>
            </a:r>
            <a:r>
              <a:rPr lang="en-US" dirty="0"/>
              <a:t> </a:t>
            </a:r>
            <a:r>
              <a:rPr lang="en-US" dirty="0" err="1"/>
              <a:t>کسب‌وکار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ابتدا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سمت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پلتفرم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انجام</a:t>
            </a:r>
            <a:r>
              <a:rPr lang="en-US" dirty="0"/>
              <a:t> </a:t>
            </a:r>
            <a:r>
              <a:rPr lang="en-US" dirty="0" err="1"/>
              <a:t>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r>
              <a:rPr lang="en-US" b="1" dirty="0" err="1"/>
              <a:t>سؤال</a:t>
            </a:r>
            <a:r>
              <a:rPr lang="en-US" b="1" dirty="0"/>
              <a:t> ۲:</a:t>
            </a:r>
          </a:p>
          <a:p>
            <a:pPr rtl="1"/>
            <a:r>
              <a:rPr lang="en-US" b="1" dirty="0" err="1"/>
              <a:t>چرا</a:t>
            </a:r>
            <a:r>
              <a:rPr lang="en-US" b="1" dirty="0"/>
              <a:t> </a:t>
            </a:r>
            <a:r>
              <a:rPr lang="en-US" b="1" dirty="0" err="1"/>
              <a:t>فکر</a:t>
            </a:r>
            <a:r>
              <a:rPr lang="en-US" b="1" dirty="0"/>
              <a:t> </a:t>
            </a:r>
            <a:r>
              <a:rPr lang="en-US" b="1" dirty="0" err="1"/>
              <a:t>می‌کنید</a:t>
            </a:r>
            <a:r>
              <a:rPr lang="en-US" b="1" dirty="0"/>
              <a:t> </a:t>
            </a:r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بهترین</a:t>
            </a:r>
            <a:r>
              <a:rPr lang="en-US" b="1" dirty="0"/>
              <a:t> </a:t>
            </a:r>
            <a:r>
              <a:rPr lang="en-US" b="1" dirty="0" err="1"/>
              <a:t>نقطه</a:t>
            </a:r>
            <a:r>
              <a:rPr lang="en-US" b="1" dirty="0"/>
              <a:t> </a:t>
            </a:r>
            <a:r>
              <a:rPr lang="en-US" b="1" dirty="0" err="1"/>
              <a:t>ورود</a:t>
            </a:r>
            <a:r>
              <a:rPr lang="en-US" b="1" dirty="0"/>
              <a:t> </a:t>
            </a:r>
            <a:r>
              <a:rPr lang="en-US" b="1" dirty="0" err="1"/>
              <a:t>است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زیرا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تنها</a:t>
            </a:r>
            <a:r>
              <a:rPr lang="en-US" dirty="0"/>
              <a:t> </a:t>
            </a:r>
            <a:r>
              <a:rPr lang="en-US" dirty="0" err="1"/>
              <a:t>رفتار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 </a:t>
            </a:r>
            <a:r>
              <a:rPr lang="en-US" dirty="0" err="1"/>
              <a:t>انسان‌ها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فرصت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و </a:t>
            </a:r>
            <a:r>
              <a:rPr lang="en-US" dirty="0" err="1"/>
              <a:t>شخصی‌سازی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فراهم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</a:t>
            </a:r>
          </a:p>
          <a:p>
            <a:pPr rtl="1"/>
            <a:br>
              <a:rPr lang="en-US" dirty="0"/>
            </a:br>
            <a:r>
              <a:rPr lang="en-US" b="1" dirty="0" err="1"/>
              <a:t>سؤال</a:t>
            </a:r>
            <a:r>
              <a:rPr lang="en-US" b="1" dirty="0"/>
              <a:t> ۳:</a:t>
            </a:r>
          </a:p>
          <a:p>
            <a:pPr rtl="1"/>
            <a:r>
              <a:rPr lang="en-US" b="1" dirty="0" err="1"/>
              <a:t>مزیت</a:t>
            </a:r>
            <a:r>
              <a:rPr lang="en-US" b="1" dirty="0"/>
              <a:t> </a:t>
            </a:r>
            <a:r>
              <a:rPr lang="en-US" b="1" dirty="0" err="1"/>
              <a:t>شما</a:t>
            </a:r>
            <a:r>
              <a:rPr lang="en-US" b="1" dirty="0"/>
              <a:t> </a:t>
            </a:r>
            <a:r>
              <a:rPr lang="en-US" b="1" dirty="0" err="1"/>
              <a:t>نسبت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اپلیکیشن‌های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چیست</a:t>
            </a:r>
            <a:r>
              <a:rPr lang="en-US" b="1" dirty="0"/>
              <a:t>؟</a:t>
            </a:r>
            <a:endParaRPr lang="en-US" dirty="0"/>
          </a:p>
          <a:p>
            <a:pPr rtl="1"/>
            <a:r>
              <a:rPr lang="en-US" dirty="0" err="1"/>
              <a:t>پاسخ</a:t>
            </a:r>
            <a:r>
              <a:rPr lang="en-US" dirty="0"/>
              <a:t>:</a:t>
            </a:r>
          </a:p>
          <a:p>
            <a:pPr rtl="1"/>
            <a:r>
              <a:rPr lang="en-US" dirty="0" err="1"/>
              <a:t>بسیاری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اپلیکیشن‌ها</a:t>
            </a:r>
            <a:r>
              <a:rPr lang="en-US" dirty="0"/>
              <a:t>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GINKOVA </a:t>
            </a:r>
            <a:r>
              <a:rPr lang="en-US" dirty="0" err="1"/>
              <a:t>وارد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روزمره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؛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طریق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</a:t>
            </a:r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576719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38DA-E83A-EF75-CD2E-B3A4A28A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74DEC9-153F-BF66-E655-5A654925A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Building the Future of Personalized Health</a:t>
            </a:r>
          </a:p>
          <a:p>
            <a:r>
              <a:rPr lang="en-US" b="1" dirty="0"/>
              <a:t>We are looking for strategic partners and investment to launch GINKOVA's first phase.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Investment will help us:</a:t>
            </a:r>
          </a:p>
          <a:p>
            <a:r>
              <a:rPr lang="en-US" dirty="0"/>
              <a:t>🥗 Build the first personalized nutrition platform</a:t>
            </a:r>
          </a:p>
          <a:p>
            <a:r>
              <a:rPr lang="en-US" dirty="0"/>
              <a:t>👨‍🍳 Establish healthy meal operations</a:t>
            </a:r>
          </a:p>
          <a:p>
            <a:r>
              <a:rPr lang="en-US" dirty="0"/>
              <a:t>🧠 Develop intelligent recommendation systems</a:t>
            </a:r>
          </a:p>
          <a:p>
            <a:r>
              <a:rPr lang="en-US" dirty="0"/>
              <a:t>🤝 Build partnerships with nutrition and healthcare professionals</a:t>
            </a:r>
          </a:p>
          <a:p>
            <a:r>
              <a:rPr lang="en-US" dirty="0"/>
              <a:t>📈 Validate the market and scale the business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Food is our starting point.</a:t>
            </a:r>
          </a:p>
          <a:p>
            <a:r>
              <a:rPr lang="en-US" b="1" dirty="0"/>
              <a:t>Better health decisions are our mission.</a:t>
            </a:r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B41D5D75-271A-E443-67C8-AB9FF2B46C69}"/>
              </a:ext>
            </a:extLst>
          </p:cNvPr>
          <p:cNvSpPr/>
          <p:nvPr/>
        </p:nvSpPr>
        <p:spPr>
          <a:xfrm>
            <a:off x="241539" y="109268"/>
            <a:ext cx="2127849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/>
              <a:t>12</a:t>
            </a:r>
          </a:p>
          <a:p>
            <a:pPr algn="ctr"/>
            <a:r>
              <a:rPr lang="en-US" dirty="0"/>
              <a:t>Investment Ask &amp; Closing</a:t>
            </a:r>
          </a:p>
        </p:txBody>
      </p:sp>
    </p:spTree>
    <p:extLst>
      <p:ext uri="{BB962C8B-B14F-4D97-AF65-F5344CB8AC3E}">
        <p14:creationId xmlns:p14="http://schemas.microsoft.com/office/powerpoint/2010/main" val="8836512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D01C-0B6A-36FB-CDE3-93FD7781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EB5FB7-35D9-5C0E-CDAF-DA96869CF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lnSpcReduction="10000"/>
          </a:bodyPr>
          <a:lstStyle/>
          <a:p>
            <a:pPr rtl="1"/>
            <a:r>
              <a:rPr lang="en-US" b="1" dirty="0" err="1"/>
              <a:t>ترجمه</a:t>
            </a:r>
            <a:r>
              <a:rPr lang="en-US" b="1" dirty="0"/>
              <a:t> </a:t>
            </a:r>
            <a:r>
              <a:rPr lang="en-US" b="1" dirty="0" err="1"/>
              <a:t>فارسی</a:t>
            </a:r>
            <a:r>
              <a:rPr lang="en-US" b="1" dirty="0"/>
              <a:t> </a:t>
            </a:r>
            <a:r>
              <a:rPr lang="en-US" b="1" dirty="0" err="1"/>
              <a:t>متن</a:t>
            </a:r>
            <a:r>
              <a:rPr lang="en-US" b="1" dirty="0"/>
              <a:t> </a:t>
            </a:r>
            <a:r>
              <a:rPr lang="en-US" b="1" dirty="0" err="1"/>
              <a:t>اسلاید</a:t>
            </a:r>
            <a:endParaRPr lang="en-US" b="1" dirty="0"/>
          </a:p>
          <a:p>
            <a:pPr rtl="1"/>
            <a:r>
              <a:rPr lang="en-US" b="1" dirty="0" err="1"/>
              <a:t>ساخت</a:t>
            </a:r>
            <a:r>
              <a:rPr lang="en-US" b="1" dirty="0"/>
              <a:t> </a:t>
            </a:r>
            <a:r>
              <a:rPr lang="en-US" b="1" dirty="0" err="1"/>
              <a:t>آینده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 </a:t>
            </a:r>
            <a:r>
              <a:rPr lang="en-US" b="1" dirty="0" err="1"/>
              <a:t>شخصی‌سازی‌شده</a:t>
            </a:r>
            <a:endParaRPr lang="en-US" b="1" dirty="0"/>
          </a:p>
          <a:p>
            <a:pPr rtl="1"/>
            <a:r>
              <a:rPr lang="en-US" b="1" dirty="0" err="1"/>
              <a:t>ما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دنبال</a:t>
            </a:r>
            <a:r>
              <a:rPr lang="en-US" b="1" dirty="0"/>
              <a:t> </a:t>
            </a:r>
            <a:r>
              <a:rPr lang="en-US" b="1" dirty="0" err="1"/>
              <a:t>شریک</a:t>
            </a:r>
            <a:r>
              <a:rPr lang="en-US" b="1" dirty="0"/>
              <a:t> </a:t>
            </a:r>
            <a:r>
              <a:rPr lang="en-US" b="1" dirty="0" err="1"/>
              <a:t>استراتژیک</a:t>
            </a:r>
            <a:r>
              <a:rPr lang="en-US" b="1" dirty="0"/>
              <a:t> و </a:t>
            </a:r>
            <a:r>
              <a:rPr lang="en-US" b="1" dirty="0" err="1"/>
              <a:t>سرمایه</a:t>
            </a:r>
            <a:r>
              <a:rPr lang="en-US" b="1" dirty="0"/>
              <a:t> </a:t>
            </a:r>
            <a:r>
              <a:rPr lang="en-US" b="1" dirty="0" err="1"/>
              <a:t>برای</a:t>
            </a:r>
            <a:r>
              <a:rPr lang="en-US" b="1" dirty="0"/>
              <a:t> </a:t>
            </a:r>
            <a:r>
              <a:rPr lang="en-US" b="1" dirty="0" err="1"/>
              <a:t>راه‌اندازی</a:t>
            </a:r>
            <a:r>
              <a:rPr lang="en-US" b="1" dirty="0"/>
              <a:t> </a:t>
            </a:r>
            <a:r>
              <a:rPr lang="en-US" b="1" dirty="0" err="1"/>
              <a:t>مرحله</a:t>
            </a:r>
            <a:r>
              <a:rPr lang="en-US" b="1" dirty="0"/>
              <a:t> </a:t>
            </a:r>
            <a:r>
              <a:rPr lang="en-US" b="1" dirty="0" err="1"/>
              <a:t>اول</a:t>
            </a:r>
            <a:r>
              <a:rPr lang="en-US" b="1" dirty="0"/>
              <a:t> GINKOVA </a:t>
            </a:r>
            <a:r>
              <a:rPr lang="en-US" b="1" dirty="0" err="1"/>
              <a:t>هستیم</a:t>
            </a:r>
            <a:r>
              <a:rPr lang="en-US" b="1" dirty="0"/>
              <a:t>.</a:t>
            </a:r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سرمایه</a:t>
            </a:r>
            <a:r>
              <a:rPr lang="en-US" b="1" dirty="0"/>
              <a:t> </a:t>
            </a:r>
            <a:r>
              <a:rPr lang="en-US" b="1" dirty="0" err="1"/>
              <a:t>به</a:t>
            </a:r>
            <a:r>
              <a:rPr lang="en-US" b="1" dirty="0"/>
              <a:t> </a:t>
            </a:r>
            <a:r>
              <a:rPr lang="en-US" b="1" dirty="0" err="1"/>
              <a:t>ما</a:t>
            </a:r>
            <a:r>
              <a:rPr lang="en-US" b="1" dirty="0"/>
              <a:t> </a:t>
            </a:r>
            <a:r>
              <a:rPr lang="en-US" b="1" dirty="0" err="1"/>
              <a:t>کمک</a:t>
            </a:r>
            <a:r>
              <a:rPr lang="en-US" b="1" dirty="0"/>
              <a:t> </a:t>
            </a:r>
            <a:r>
              <a:rPr lang="en-US" b="1" dirty="0" err="1"/>
              <a:t>خواهد</a:t>
            </a:r>
            <a:r>
              <a:rPr lang="en-US" b="1" dirty="0"/>
              <a:t> </a:t>
            </a:r>
            <a:r>
              <a:rPr lang="en-US" b="1" dirty="0" err="1"/>
              <a:t>کرد</a:t>
            </a:r>
            <a:r>
              <a:rPr lang="en-US" b="1" dirty="0"/>
              <a:t>:</a:t>
            </a:r>
          </a:p>
          <a:p>
            <a:pPr rtl="1"/>
            <a:r>
              <a:rPr lang="en-US" dirty="0"/>
              <a:t>🥗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پلتفرم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endParaRPr lang="en-US" dirty="0"/>
          </a:p>
          <a:p>
            <a:pPr rtl="1"/>
            <a:r>
              <a:rPr lang="en-US" dirty="0"/>
              <a:t>👨‍🍳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زیرساخت</a:t>
            </a:r>
            <a:r>
              <a:rPr lang="en-US" dirty="0"/>
              <a:t> </a:t>
            </a:r>
            <a:r>
              <a:rPr lang="en-US" dirty="0" err="1"/>
              <a:t>تولید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endParaRPr lang="en-US" dirty="0"/>
          </a:p>
          <a:p>
            <a:pPr rtl="1"/>
            <a:r>
              <a:rPr lang="en-US" dirty="0"/>
              <a:t>🧠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سیستم‌های</a:t>
            </a:r>
            <a:r>
              <a:rPr lang="en-US" dirty="0"/>
              <a:t> </a:t>
            </a:r>
            <a:r>
              <a:rPr lang="en-US" dirty="0" err="1"/>
              <a:t>پیشنهاد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endParaRPr lang="en-US" dirty="0"/>
          </a:p>
          <a:p>
            <a:pPr rtl="1"/>
            <a:r>
              <a:rPr lang="en-US" dirty="0"/>
              <a:t>🤝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همکاری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متخصصان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و </a:t>
            </a:r>
            <a:r>
              <a:rPr lang="en-US" dirty="0" err="1"/>
              <a:t>سلامت</a:t>
            </a:r>
            <a:endParaRPr lang="en-US" dirty="0"/>
          </a:p>
          <a:p>
            <a:pPr rtl="1"/>
            <a:r>
              <a:rPr lang="en-US" dirty="0"/>
              <a:t>📈 </a:t>
            </a:r>
            <a:r>
              <a:rPr lang="en-US" dirty="0" err="1"/>
              <a:t>اعتبارسنجی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و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کسب‌وکار</a:t>
            </a:r>
            <a:endParaRPr lang="en-US" dirty="0"/>
          </a:p>
          <a:p>
            <a:pPr rtl="1"/>
            <a:br>
              <a:rPr lang="en-US" dirty="0"/>
            </a:br>
            <a:endParaRPr lang="en-US" dirty="0"/>
          </a:p>
          <a:p>
            <a:pPr rtl="1"/>
            <a:r>
              <a:rPr lang="en-US" b="1" dirty="0" err="1"/>
              <a:t>غذا</a:t>
            </a:r>
            <a:r>
              <a:rPr lang="en-US" b="1" dirty="0"/>
              <a:t> </a:t>
            </a:r>
            <a:r>
              <a:rPr lang="en-US" b="1" dirty="0" err="1"/>
              <a:t>نقطه</a:t>
            </a:r>
            <a:r>
              <a:rPr lang="en-US" b="1" dirty="0"/>
              <a:t> </a:t>
            </a:r>
            <a:r>
              <a:rPr lang="en-US" b="1" dirty="0" err="1"/>
              <a:t>شروع</a:t>
            </a:r>
            <a:r>
              <a:rPr lang="en-US" b="1" dirty="0"/>
              <a:t> </a:t>
            </a:r>
            <a:r>
              <a:rPr lang="en-US" b="1" dirty="0" err="1"/>
              <a:t>ماست</a:t>
            </a:r>
            <a:r>
              <a:rPr lang="en-US" b="1" dirty="0"/>
              <a:t>.</a:t>
            </a:r>
          </a:p>
          <a:p>
            <a:pPr rtl="1"/>
            <a:r>
              <a:rPr lang="en-US" b="1" dirty="0" err="1"/>
              <a:t>تصمیم‌های</a:t>
            </a:r>
            <a:r>
              <a:rPr lang="en-US" b="1" dirty="0"/>
              <a:t> </a:t>
            </a:r>
            <a:r>
              <a:rPr lang="en-US" b="1" dirty="0" err="1"/>
              <a:t>بهتر</a:t>
            </a:r>
            <a:r>
              <a:rPr lang="en-US" b="1" dirty="0"/>
              <a:t> </a:t>
            </a:r>
            <a:r>
              <a:rPr lang="en-US" b="1" dirty="0" err="1"/>
              <a:t>سلامت</a:t>
            </a:r>
            <a:r>
              <a:rPr lang="en-US" b="1" dirty="0"/>
              <a:t>، </a:t>
            </a:r>
            <a:r>
              <a:rPr lang="en-US" b="1" dirty="0" err="1"/>
              <a:t>مأموریت</a:t>
            </a:r>
            <a:r>
              <a:rPr lang="en-US" b="1" dirty="0"/>
              <a:t> </a:t>
            </a:r>
            <a:r>
              <a:rPr lang="en-US" b="1" dirty="0" err="1"/>
              <a:t>ماست</a:t>
            </a:r>
            <a:r>
              <a:rPr lang="en-US" b="1" dirty="0"/>
              <a:t>.</a:t>
            </a:r>
            <a:endParaRPr lang="fa-IR" b="1" dirty="0"/>
          </a:p>
          <a:p>
            <a:pPr rtl="1"/>
            <a:endParaRPr lang="fa-IR" b="1" dirty="0"/>
          </a:p>
          <a:p>
            <a:pPr rtl="1"/>
            <a:endParaRPr lang="en-US" b="1" dirty="0"/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21697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4989-C0F0-2522-C537-345CBBC4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893643-DEA1-FD9F-FA77-CA9A28EF6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/>
          </a:bodyPr>
          <a:lstStyle/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r>
              <a:rPr lang="en-US"/>
              <a:t>Finally:</a:t>
            </a:r>
            <a:endParaRPr lang="fa-IR" dirty="0"/>
          </a:p>
          <a:p>
            <a:r>
              <a:rPr lang="en-US" dirty="0"/>
              <a:t>"Every day, billions of people make health decisions through food. GINKOVA helps them make better ones."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97431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F979F-C2A5-4A29-8D56-CD388336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237ABF-E37F-14C3-22BA-599A4E6F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Today, we are looking for the right partners to help us transform this vision into reality.</a:t>
            </a:r>
          </a:p>
          <a:p>
            <a:pPr algn="l"/>
            <a:r>
              <a:rPr lang="en-US" dirty="0"/>
              <a:t>Our first goal is to validate the market, build the initial product, establish operational capability, and create trust with our first customers.</a:t>
            </a:r>
          </a:p>
          <a:p>
            <a:pPr algn="l"/>
            <a:r>
              <a:rPr lang="en-US" dirty="0"/>
              <a:t>The investment will allow us to build the foundation of GINKOVA: a personalized nutrition platform that can grow into a broader health ecosystem.</a:t>
            </a:r>
          </a:p>
          <a:p>
            <a:pPr algn="l"/>
            <a:r>
              <a:rPr lang="en-US" dirty="0"/>
              <a:t>We believe the future of healthcare is not only about treating diseases.</a:t>
            </a:r>
          </a:p>
          <a:p>
            <a:pPr algn="l"/>
            <a:r>
              <a:rPr lang="en-US" dirty="0"/>
              <a:t>It is about helping people make better decisions every day.</a:t>
            </a:r>
          </a:p>
          <a:p>
            <a:pPr algn="l"/>
            <a:r>
              <a:rPr lang="en-US" dirty="0"/>
              <a:t>GINKOVA starts with food, but our mission is much bigger:</a:t>
            </a:r>
          </a:p>
          <a:p>
            <a:pPr algn="l"/>
            <a:r>
              <a:rPr lang="en-US" dirty="0"/>
              <a:t>Building a smarter, healthier future for everyone.</a:t>
            </a:r>
          </a:p>
          <a:p>
            <a:br>
              <a:rPr lang="en-US" dirty="0"/>
            </a:br>
            <a:endParaRPr lang="en-US" b="1" dirty="0"/>
          </a:p>
          <a:p>
            <a:pPr algn="r" rtl="1"/>
            <a:r>
              <a:rPr lang="en-US" dirty="0" err="1"/>
              <a:t>امروز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دنبال</a:t>
            </a:r>
            <a:r>
              <a:rPr lang="en-US" dirty="0"/>
              <a:t> </a:t>
            </a:r>
            <a:r>
              <a:rPr lang="en-US" dirty="0" err="1"/>
              <a:t>شریک</a:t>
            </a:r>
            <a:r>
              <a:rPr lang="en-US" dirty="0"/>
              <a:t> </a:t>
            </a:r>
            <a:r>
              <a:rPr lang="en-US" dirty="0" err="1"/>
              <a:t>مناسبی</a:t>
            </a:r>
            <a:r>
              <a:rPr lang="en-US" dirty="0"/>
              <a:t> </a:t>
            </a:r>
            <a:r>
              <a:rPr lang="en-US" dirty="0" err="1"/>
              <a:t>هستیم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بتواند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واقعیت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اعتبارسنجی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،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،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توان</a:t>
            </a:r>
            <a:r>
              <a:rPr lang="en-US" dirty="0"/>
              <a:t> </a:t>
            </a:r>
            <a:r>
              <a:rPr lang="en-US" dirty="0" err="1"/>
              <a:t>عملیاتی</a:t>
            </a:r>
            <a:r>
              <a:rPr lang="en-US" dirty="0"/>
              <a:t> و </a:t>
            </a:r>
            <a:r>
              <a:rPr lang="en-US" dirty="0" err="1"/>
              <a:t>جلب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سرمایه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پایه‌های</a:t>
            </a:r>
            <a:r>
              <a:rPr lang="en-US" dirty="0"/>
              <a:t> GINKOVA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بسازیم</a:t>
            </a:r>
            <a:r>
              <a:rPr lang="en-US" dirty="0"/>
              <a:t>؛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پلتفرم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می‌تواند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گسترده‌تر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شود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باور</a:t>
            </a:r>
            <a:r>
              <a:rPr lang="en-US" dirty="0"/>
              <a:t> </a:t>
            </a:r>
            <a:r>
              <a:rPr lang="en-US" dirty="0" err="1"/>
              <a:t>داریم</a:t>
            </a:r>
            <a:r>
              <a:rPr lang="en-US" dirty="0"/>
              <a:t>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درمان</a:t>
            </a:r>
            <a:r>
              <a:rPr lang="en-US" dirty="0"/>
              <a:t> </a:t>
            </a:r>
            <a:r>
              <a:rPr lang="en-US" dirty="0" err="1"/>
              <a:t>بیماری‌ها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،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انسان‌ها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گرفتن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/>
              <a:t>GINKOVA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مأموریت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بسیار</a:t>
            </a:r>
            <a:r>
              <a:rPr lang="en-US" dirty="0"/>
              <a:t> </a:t>
            </a:r>
            <a:r>
              <a:rPr lang="en-US" dirty="0" err="1"/>
              <a:t>بزرگ‌تر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:</a:t>
            </a:r>
          </a:p>
          <a:p>
            <a:pPr algn="r" rtl="1"/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آینده‌ای</a:t>
            </a:r>
            <a:r>
              <a:rPr lang="en-US" dirty="0"/>
              <a:t> </a:t>
            </a:r>
            <a:r>
              <a:rPr lang="en-US" dirty="0" err="1"/>
              <a:t>هوشمندتر</a:t>
            </a:r>
            <a:r>
              <a:rPr lang="en-US" dirty="0"/>
              <a:t> و </a:t>
            </a:r>
            <a:r>
              <a:rPr lang="en-US" dirty="0" err="1"/>
              <a:t>سالم‌تر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68968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E8E0-0608-601A-4D72-2608DFBBD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07BC0D-76F1-F960-004E-9B9E33223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/>
          </a:bodyPr>
          <a:lstStyle/>
          <a:p>
            <a:pPr rtl="1"/>
            <a:endParaRPr lang="fa-IR" b="1" dirty="0"/>
          </a:p>
          <a:p>
            <a:pPr rtl="1"/>
            <a:endParaRPr lang="fa-IR" b="1" dirty="0"/>
          </a:p>
          <a:p>
            <a:pPr rtl="1"/>
            <a:r>
              <a:rPr lang="fa-IR" b="1" dirty="0"/>
              <a:t>نتیجه:</a:t>
            </a:r>
          </a:p>
          <a:p>
            <a:pPr rtl="1"/>
            <a:r>
              <a:rPr lang="en-US" dirty="0"/>
              <a:t>«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میلیاردها</a:t>
            </a:r>
            <a:r>
              <a:rPr lang="en-US" dirty="0"/>
              <a:t> </a:t>
            </a:r>
            <a:r>
              <a:rPr lang="en-US" dirty="0" err="1"/>
              <a:t>نفر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طریق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می‌گیرند</a:t>
            </a:r>
            <a:r>
              <a:rPr lang="en-US" dirty="0"/>
              <a:t>. GINKOVA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بهتری</a:t>
            </a:r>
            <a:r>
              <a:rPr lang="en-US" dirty="0"/>
              <a:t> </a:t>
            </a:r>
            <a:r>
              <a:rPr lang="en-US" dirty="0" err="1"/>
              <a:t>بگیرند</a:t>
            </a:r>
            <a:r>
              <a:rPr lang="en-US" dirty="0"/>
              <a:t>.»</a:t>
            </a:r>
          </a:p>
          <a:p>
            <a:pPr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21939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1EFD-A6D1-99DF-E565-51D2FE8A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7C17E7-6BE8-D28E-D3C7-3D9248C18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4000" b="1" dirty="0"/>
              <a:t>Thank you for your watching</a:t>
            </a:r>
          </a:p>
          <a:p>
            <a:endParaRPr lang="en-US" sz="4000" b="1" dirty="0"/>
          </a:p>
          <a:p>
            <a:r>
              <a:rPr lang="en-US" sz="4000" b="1" dirty="0"/>
              <a:t>Best Regards,</a:t>
            </a:r>
          </a:p>
          <a:p>
            <a:r>
              <a:rPr lang="en-US" sz="4000" b="1" dirty="0" err="1"/>
              <a:t>SmartAISystems</a:t>
            </a:r>
            <a:endParaRPr lang="en-US" sz="4000" b="1" dirty="0"/>
          </a:p>
          <a:p>
            <a:r>
              <a:rPr lang="en-US" sz="4000" b="1" dirty="0"/>
              <a:t>Hamidreza </a:t>
            </a:r>
            <a:r>
              <a:rPr lang="en-US" sz="4000" b="1" dirty="0" err="1"/>
              <a:t>Afsharradd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44219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"/>
        <a:cs typeface="Vazir"/>
      </a:majorFont>
      <a:minorFont>
        <a:latin typeface="Calibri"/>
        <a:ea typeface=""/>
        <a:cs typeface="Vazi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6790</Words>
  <Application>Microsoft Office PowerPoint</Application>
  <PresentationFormat>Widescreen</PresentationFormat>
  <Paragraphs>760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Arial</vt:lpstr>
      <vt:lpstr>Calibri</vt:lpstr>
      <vt:lpstr>Office Theme</vt:lpstr>
      <vt:lpstr>Introduction &amp;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 &amp; Product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Market &amp; Business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Vision &amp; Investment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Amirhossein Afsharrad</dc:creator>
  <cp:lastModifiedBy>Amirhossein Afsharrad</cp:lastModifiedBy>
  <cp:revision>110</cp:revision>
  <dcterms:created xsi:type="dcterms:W3CDTF">2026-07-04T17:25:21Z</dcterms:created>
  <dcterms:modified xsi:type="dcterms:W3CDTF">2026-07-12T19:04:00Z</dcterms:modified>
</cp:coreProperties>
</file>